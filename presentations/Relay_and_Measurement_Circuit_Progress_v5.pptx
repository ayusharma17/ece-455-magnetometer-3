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434d19d7314d22" /><Relationship Type="http://schemas.openxmlformats.org/officeDocument/2006/relationships/extended-properties" Target="/docProps/app.xml" Id="Re45f53e930f54f48" /><Relationship Type="http://schemas.openxmlformats.org/officeDocument/2006/relationships/officeDocument" Target="/ppt/presentation.xml" Id="R7675e306676b49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697168ce8f41a2"/>
  </p:sldMasterIdLst>
  <p:notesMasterIdLst>
    <p:notesMasterId xmlns:r="http://schemas.openxmlformats.org/officeDocument/2006/relationships" r:id="Rc6f93db697f2411b"/>
  </p:notesMasterIdLst>
  <p:sldIdLst>
    <p:sldId xmlns:r="http://schemas.openxmlformats.org/officeDocument/2006/relationships" id="256" r:id="Rc82eb513dc6e4eba"/>
    <p:sldId xmlns:r="http://schemas.openxmlformats.org/officeDocument/2006/relationships" id="257" r:id="R1ff7092e44444d24"/>
    <p:sldId xmlns:r="http://schemas.openxmlformats.org/officeDocument/2006/relationships" id="258" r:id="R9a9367f35c7d49ef"/>
    <p:sldId xmlns:r="http://schemas.openxmlformats.org/officeDocument/2006/relationships" id="259" r:id="Rcac8860ab93f4b0d"/>
    <p:sldId xmlns:r="http://schemas.openxmlformats.org/officeDocument/2006/relationships" id="260" r:id="R99bb3e574cb94c8a"/>
    <p:sldId xmlns:r="http://schemas.openxmlformats.org/officeDocument/2006/relationships" id="261" r:id="Rd4cb2fd200a540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9063f6a9cd4c78" /><Relationship Type="http://schemas.openxmlformats.org/officeDocument/2006/relationships/slideMaster" Target="/ppt/slideMasters/slideMaster1.xml" Id="R60697168ce8f41a2" /><Relationship Type="http://schemas.openxmlformats.org/officeDocument/2006/relationships/notesMaster" Target="/ppt/notesMasters/notesMaster1.xml" Id="Rc6f93db697f2411b" /><Relationship Type="http://schemas.openxmlformats.org/officeDocument/2006/relationships/presProps" Target="/ppt/presProps.xml" Id="R2d2f03b9de8040fc" /><Relationship Type="http://schemas.openxmlformats.org/officeDocument/2006/relationships/tableStyles" Target="/ppt/tableStyles.xml" Id="Ra7b9f1d8515c48c5" /><Relationship Type="http://schemas.openxmlformats.org/officeDocument/2006/relationships/slide" Target="/ppt/slides/slide1.xml" Id="Rc82eb513dc6e4eba" /><Relationship Type="http://schemas.openxmlformats.org/officeDocument/2006/relationships/slide" Target="/ppt/slides/slide2.xml" Id="R1ff7092e44444d24" /><Relationship Type="http://schemas.openxmlformats.org/officeDocument/2006/relationships/slide" Target="/ppt/slides/slide3.xml" Id="R9a9367f35c7d49ef" /><Relationship Type="http://schemas.openxmlformats.org/officeDocument/2006/relationships/slide" Target="/ppt/slides/slide4.xml" Id="Rcac8860ab93f4b0d" /><Relationship Type="http://schemas.openxmlformats.org/officeDocument/2006/relationships/slide" Target="/ppt/slides/slide5.xml" Id="R99bb3e574cb94c8a" /><Relationship Type="http://schemas.openxmlformats.org/officeDocument/2006/relationships/slide" Target="/ppt/slides/slide6.xml" Id="Rd4cb2fd200a540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a9d8181ffd4e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da253e50cc413f" /><Relationship Type="http://schemas.openxmlformats.org/officeDocument/2006/relationships/notesMaster" Target="/ppt/notesMasters/notesMaster1.xml" Id="R4af1bc1946ad48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c1788623914f7e" /><Relationship Type="http://schemas.openxmlformats.org/officeDocument/2006/relationships/notesMaster" Target="/ppt/notesMasters/notesMaster1.xml" Id="R11be90cd5a2d4d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d59c8c1f87441f" /><Relationship Type="http://schemas.openxmlformats.org/officeDocument/2006/relationships/notesMaster" Target="/ppt/notesMasters/notesMaster1.xml" Id="R9a8e37a52b914d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815636d4124f30" /><Relationship Type="http://schemas.openxmlformats.org/officeDocument/2006/relationships/notesMaster" Target="/ppt/notesMasters/notesMaster1.xml" Id="R9b3355e4243d40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5b2c82072b42d5" /><Relationship Type="http://schemas.openxmlformats.org/officeDocument/2006/relationships/notesMaster" Target="/ppt/notesMasters/notesMaster1.xml" Id="R497decca1fbd42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7147f3dff64ae5" /><Relationship Type="http://schemas.openxmlformats.org/officeDocument/2006/relationships/notesMaster" Target="/ppt/notesMasters/notesMaster1.xml" Id="R8ec00ab82e264d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DPDT relay routing and relay contact-transfer simulation only. Amplifier and filter design belongs to another team. This deck does not cover the polarization power circuit or the Arduino receive interface.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Schematic of the relay contact routing in the relay-only scope. K1 is shown released, so COM1/2 connect to NC1/2 (the receive inputs). When energized, both blades move to NO1/2 and connect the sensor coil leads to POL_A/POL_B. The pale dashed blades show the energized alternative. The relay coil is controlled by RELAY_EN; its transistor driver, coil supply, flyback protection, and mechanical behavior are not part of the contact-transfer simulation. Contact routing is grounded in PyPPM v1.3 relay schematic Sheet 13 and in the project relay architecture described in DESIGN.md under “Magnetometer reference projects”. PyPPM source: https://github.com/geekysuavo/pyppm/blob/main/designs/ppm-1.3/13-relay.sch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used for the relay-only scope:</a:t>
            </a:r>
          </a:p>
          <a:p xmlns:a="http://schemas.openxmlformats.org/drawingml/2006/main">
            <a:r>
              <a:t>[1] PyPPM v1.3, relay schematic Sheet 13: https://github.com/geekysuavo/pyppm/blob/main/designs/ppm-1.3/13-relay.sch</a:t>
            </a:r>
          </a:p>
          <a:p xmlns:a="http://schemas.openxmlformats.org/drawingml/2006/main">
            <a:r>
              <a:t>[2] W. D. S. Ruhunusiri and M. K. Jayananda, “Construction of a Proton Magnetometer” (2008): https://ipsl.lk/documents/TechSession/2008/ipsl0812.pdf</a:t>
            </a:r>
          </a:p>
          <a:p xmlns:a="http://schemas.openxmlformats.org/drawingml/2006/main">
            <a:r>
              <a:t>[3] X. Gong et al., “JPM-4 Proton Precession Magnetometer and Sensitivity Estimation” (2021): https://sensors.myu-group.co.jp/sm_pdf/SM2789.pdf</a:t>
            </a:r>
          </a:p>
          <a:p xmlns:a="http://schemas.openxmlformats.org/drawingml/2006/main">
            <a:r>
              <a:t>Project source: DESIGN.md, “Magnetometer reference projects”; MEASURING_CIRCUIT_AND_RELAY.md.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relay contact model is adapted from the relay section of LTSpice/complete_system/complete_system.cir. SW_NO uses Ron=20 mΩ, Roff=100 MΩ, Von=3.2 V, Voff=2.8 V. SW_NC is controlled by the inverted relay command and uses Von=-1.8 V, Voff=-2.2 V; therefore the NC contact opens at relay command 2.2 V on the rising edge and closes below 1.8 V on the falling edge. This is a logical switch model, not a model of relay coil pull-in/drop-out or mechanical contact bounce.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LTspice 17.2.4 batch simulation completed on a relay-only test harness adapted from the four DPDT voltage-controlled contact models in complete_system.cir. Command timing follows that netlist: rises between 1.0 and 1.2 ms, remains energized through 14 ms, and releases by 14.2 ms. Distinct DC test levels (1 V/2 V on the NC receive side, 5 V/4 V on the NO polarization side) make each common contact’s selected path visible; these are test levels, not a coil-power or sensor waveform. Measured common-contact ranges: Lead A ~0.0006–5.001 V; Lead B ~0.0006–4.001 V. The brief near-zero output indicates the model’s all-open dead-band. This simulation does not test a physical relay coil, MOSFET driver, operate/release time, bounce, or load switching. Source: .presentation_build/relay_only.cir and local LTSpice/complete_system/complete_system.cir relay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Feedback form: https://docs.google.com/forms/d/e/1FAIpQLSfLOQv-7GeXDnTnMLijqTxS2kNHzPZWU2C_4p9spcn_NzkV5w/viewform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725b53d6314d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59212abbe6434f" /><Relationship Type="http://schemas.openxmlformats.org/officeDocument/2006/relationships/slideLayout" Target="/ppt/slideLayouts/slideLayout1.xml" Id="R49d1c399f4fb4a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d1c399f4fb4a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2dd653c98489d" /><Relationship Type="http://schemas.openxmlformats.org/officeDocument/2006/relationships/notesSlide" Target="/ppt/notesSlides/notesSlide1.xml" Id="R98a308b62de648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54d0ce04841dd" /><Relationship Type="http://schemas.openxmlformats.org/officeDocument/2006/relationships/notesSlide" Target="/ppt/notesSlides/notesSlide2.xml" Id="R446e543e684147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a6262ece64985" /><Relationship Type="http://schemas.openxmlformats.org/officeDocument/2006/relationships/notesSlide" Target="/ppt/notesSlides/notesSlide3.xml" Id="R2de7361965644f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22a055c5b4cd4" /><Relationship Type="http://schemas.openxmlformats.org/officeDocument/2006/relationships/notesSlide" Target="/ppt/notesSlides/notesSlide4.xml" Id="R11d2bbe7b25e47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22b891c604893" /><Relationship Type="http://schemas.openxmlformats.org/officeDocument/2006/relationships/chart" Target="/ppt/slides/charts/chart1.xml" Id="Rad9b3a6f104c41ac" /><Relationship Type="http://schemas.openxmlformats.org/officeDocument/2006/relationships/chart" Target="/ppt/slides/charts/chart2.xml" Id="Re818f54fbbd1400d" /><Relationship Type="http://schemas.openxmlformats.org/officeDocument/2006/relationships/chart" Target="/ppt/slides/charts/chart3.xml" Id="R2b851cf3c9e945b3" /><Relationship Type="http://schemas.openxmlformats.org/officeDocument/2006/relationships/notesSlide" Target="/ppt/notesSlides/notesSlide5.xml" Id="Rf8d7fae4964049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738d3f1f34da0" /><Relationship Type="http://schemas.openxmlformats.org/officeDocument/2006/relationships/image" Target="/ppt/media/image.png" Id="Rfbd38916238c44f8" /><Relationship Type="http://schemas.openxmlformats.org/officeDocument/2006/relationships/image" Target="/ppt/media/image.svg" Id="Rd425593040074ae3" /><Relationship Type="http://schemas.openxmlformats.org/officeDocument/2006/relationships/notesSlide" Target="/ppt/notesSlides/notesSlide6.xml" Id="R6e5feebaa98d412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Helvetica Neue"/>
                <a:ea typeface="Helvetica Neue"/>
                <a:cs typeface="Helvetica Neue"/>
              </a:rPr>
              <a:t>Relay command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"/>
        <c:ser>
          <c:idx val="0"/>
          <c:order val="0"/>
          <c:tx>
            <c:v>RELAY_EN</c:v>
          </c:tx>
          <c:spPr>
            <a:ln xmlns:a="http://schemas.openxmlformats.org/drawingml/2006/main" w="19050">
              <a:solidFill>
                <a:srgbClr val="168A8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Data'!$A$2:$A$251</c:f>
              <c:numCache>
                <c:formatCode>General</c:formatCode>
                <c:ptCount val="250"/>
                <c:pt idx="0">
                  <c:v>0</c:v>
                </c:pt>
                <c:pt idx="1">
                  <c:v>0.04731</c:v>
                </c:pt>
                <c:pt idx="2">
                  <c:v>0.11231</c:v>
                </c:pt>
                <c:pt idx="3">
                  <c:v>0.17631</c:v>
                </c:pt>
                <c:pt idx="4">
                  <c:v>0.24031</c:v>
                </c:pt>
                <c:pt idx="5">
                  <c:v>0.30531</c:v>
                </c:pt>
                <c:pt idx="6">
                  <c:v>0.36931</c:v>
                </c:pt>
                <c:pt idx="7">
                  <c:v>0.43431</c:v>
                </c:pt>
                <c:pt idx="8">
                  <c:v>0.49831</c:v>
                </c:pt>
                <c:pt idx="9">
                  <c:v>0.56231</c:v>
                </c:pt>
                <c:pt idx="10">
                  <c:v>0.62731</c:v>
                </c:pt>
                <c:pt idx="11">
                  <c:v>0.69131</c:v>
                </c:pt>
                <c:pt idx="12">
                  <c:v>0.75531</c:v>
                </c:pt>
                <c:pt idx="13">
                  <c:v>0.82031</c:v>
                </c:pt>
                <c:pt idx="14">
                  <c:v>0.88431</c:v>
                </c:pt>
                <c:pt idx="15">
                  <c:v>0.94931</c:v>
                </c:pt>
                <c:pt idx="16">
                  <c:v>1.0105</c:v>
                </c:pt>
                <c:pt idx="17">
                  <c:v>1.0745</c:v>
                </c:pt>
                <c:pt idx="18">
                  <c:v>1.1395</c:v>
                </c:pt>
                <c:pt idx="19">
                  <c:v>1.2007</c:v>
                </c:pt>
                <c:pt idx="20">
                  <c:v>1.2645</c:v>
                </c:pt>
                <c:pt idx="21">
                  <c:v>1.3295</c:v>
                </c:pt>
                <c:pt idx="22">
                  <c:v>1.3935</c:v>
                </c:pt>
                <c:pt idx="23">
                  <c:v>1.4585</c:v>
                </c:pt>
                <c:pt idx="24">
                  <c:v>1.5225</c:v>
                </c:pt>
                <c:pt idx="25">
                  <c:v>1.5865</c:v>
                </c:pt>
                <c:pt idx="26">
                  <c:v>1.6515</c:v>
                </c:pt>
                <c:pt idx="27">
                  <c:v>1.7155</c:v>
                </c:pt>
                <c:pt idx="28">
                  <c:v>1.7795</c:v>
                </c:pt>
                <c:pt idx="29">
                  <c:v>1.8445</c:v>
                </c:pt>
                <c:pt idx="30">
                  <c:v>1.9085</c:v>
                </c:pt>
                <c:pt idx="31">
                  <c:v>1.9735</c:v>
                </c:pt>
                <c:pt idx="32">
                  <c:v>2.0375</c:v>
                </c:pt>
                <c:pt idx="33">
                  <c:v>2.1015</c:v>
                </c:pt>
                <c:pt idx="34">
                  <c:v>2.1665</c:v>
                </c:pt>
                <c:pt idx="35">
                  <c:v>2.2305</c:v>
                </c:pt>
                <c:pt idx="36">
                  <c:v>2.2945</c:v>
                </c:pt>
                <c:pt idx="37">
                  <c:v>2.3595</c:v>
                </c:pt>
                <c:pt idx="38">
                  <c:v>2.4235</c:v>
                </c:pt>
                <c:pt idx="39">
                  <c:v>2.4885</c:v>
                </c:pt>
                <c:pt idx="40">
                  <c:v>2.5525</c:v>
                </c:pt>
                <c:pt idx="41">
                  <c:v>2.6165</c:v>
                </c:pt>
                <c:pt idx="42">
                  <c:v>2.6815</c:v>
                </c:pt>
                <c:pt idx="43">
                  <c:v>2.7455</c:v>
                </c:pt>
                <c:pt idx="44">
                  <c:v>2.8095</c:v>
                </c:pt>
                <c:pt idx="45">
                  <c:v>2.8745</c:v>
                </c:pt>
                <c:pt idx="46">
                  <c:v>2.9385</c:v>
                </c:pt>
                <c:pt idx="47">
                  <c:v>3.0035</c:v>
                </c:pt>
                <c:pt idx="48">
                  <c:v>3.0675</c:v>
                </c:pt>
                <c:pt idx="49">
                  <c:v>3.1315</c:v>
                </c:pt>
                <c:pt idx="50">
                  <c:v>3.1965</c:v>
                </c:pt>
                <c:pt idx="51">
                  <c:v>3.2605</c:v>
                </c:pt>
                <c:pt idx="52">
                  <c:v>3.3245</c:v>
                </c:pt>
                <c:pt idx="53">
                  <c:v>3.3895</c:v>
                </c:pt>
                <c:pt idx="54">
                  <c:v>3.4535</c:v>
                </c:pt>
                <c:pt idx="55">
                  <c:v>3.5185</c:v>
                </c:pt>
                <c:pt idx="56">
                  <c:v>3.5825</c:v>
                </c:pt>
                <c:pt idx="57">
                  <c:v>3.6465</c:v>
                </c:pt>
                <c:pt idx="58">
                  <c:v>3.7115</c:v>
                </c:pt>
                <c:pt idx="59">
                  <c:v>3.7755</c:v>
                </c:pt>
                <c:pt idx="60">
                  <c:v>3.8395</c:v>
                </c:pt>
                <c:pt idx="61">
                  <c:v>3.9045</c:v>
                </c:pt>
                <c:pt idx="62">
                  <c:v>3.9685</c:v>
                </c:pt>
                <c:pt idx="63">
                  <c:v>4.0335</c:v>
                </c:pt>
                <c:pt idx="64">
                  <c:v>4.0975</c:v>
                </c:pt>
                <c:pt idx="65">
                  <c:v>4.1615</c:v>
                </c:pt>
                <c:pt idx="66">
                  <c:v>4.2265</c:v>
                </c:pt>
                <c:pt idx="67">
                  <c:v>4.2905</c:v>
                </c:pt>
                <c:pt idx="68">
                  <c:v>4.3545</c:v>
                </c:pt>
                <c:pt idx="69">
                  <c:v>4.4195</c:v>
                </c:pt>
                <c:pt idx="70">
                  <c:v>4.4835</c:v>
                </c:pt>
                <c:pt idx="71">
                  <c:v>4.5485</c:v>
                </c:pt>
                <c:pt idx="72">
                  <c:v>4.6125</c:v>
                </c:pt>
                <c:pt idx="73">
                  <c:v>4.6765</c:v>
                </c:pt>
                <c:pt idx="74">
                  <c:v>4.7415</c:v>
                </c:pt>
                <c:pt idx="75">
                  <c:v>4.8055</c:v>
                </c:pt>
                <c:pt idx="76">
                  <c:v>4.8695</c:v>
                </c:pt>
                <c:pt idx="77">
                  <c:v>4.9345</c:v>
                </c:pt>
                <c:pt idx="78">
                  <c:v>4.9985</c:v>
                </c:pt>
                <c:pt idx="79">
                  <c:v>5.0635</c:v>
                </c:pt>
                <c:pt idx="80">
                  <c:v>5.1275</c:v>
                </c:pt>
                <c:pt idx="81">
                  <c:v>5.1915</c:v>
                </c:pt>
                <c:pt idx="82">
                  <c:v>5.2565</c:v>
                </c:pt>
                <c:pt idx="83">
                  <c:v>5.3205</c:v>
                </c:pt>
                <c:pt idx="84">
                  <c:v>5.3845</c:v>
                </c:pt>
                <c:pt idx="85">
                  <c:v>5.4495</c:v>
                </c:pt>
                <c:pt idx="86">
                  <c:v>5.5135</c:v>
                </c:pt>
                <c:pt idx="87">
                  <c:v>5.5775</c:v>
                </c:pt>
                <c:pt idx="88">
                  <c:v>5.6425</c:v>
                </c:pt>
                <c:pt idx="89">
                  <c:v>5.7065</c:v>
                </c:pt>
                <c:pt idx="90">
                  <c:v>5.7715</c:v>
                </c:pt>
                <c:pt idx="91">
                  <c:v>5.8355</c:v>
                </c:pt>
                <c:pt idx="92">
                  <c:v>5.8995</c:v>
                </c:pt>
                <c:pt idx="93">
                  <c:v>5.9645</c:v>
                </c:pt>
                <c:pt idx="94">
                  <c:v>6.0285</c:v>
                </c:pt>
                <c:pt idx="95">
                  <c:v>6.0925</c:v>
                </c:pt>
                <c:pt idx="96">
                  <c:v>6.1575</c:v>
                </c:pt>
                <c:pt idx="97">
                  <c:v>6.2215</c:v>
                </c:pt>
                <c:pt idx="98">
                  <c:v>6.2865</c:v>
                </c:pt>
                <c:pt idx="99">
                  <c:v>6.3505</c:v>
                </c:pt>
                <c:pt idx="100">
                  <c:v>6.4145</c:v>
                </c:pt>
                <c:pt idx="101">
                  <c:v>6.4795</c:v>
                </c:pt>
                <c:pt idx="102">
                  <c:v>6.5435</c:v>
                </c:pt>
                <c:pt idx="103">
                  <c:v>6.6075</c:v>
                </c:pt>
                <c:pt idx="104">
                  <c:v>6.6725</c:v>
                </c:pt>
                <c:pt idx="105">
                  <c:v>6.7365</c:v>
                </c:pt>
                <c:pt idx="106">
                  <c:v>6.8015</c:v>
                </c:pt>
                <c:pt idx="107">
                  <c:v>6.8655</c:v>
                </c:pt>
                <c:pt idx="108">
                  <c:v>6.9295</c:v>
                </c:pt>
                <c:pt idx="109">
                  <c:v>6.9945</c:v>
                </c:pt>
                <c:pt idx="110">
                  <c:v>7.0585</c:v>
                </c:pt>
                <c:pt idx="111">
                  <c:v>7.1225</c:v>
                </c:pt>
                <c:pt idx="112">
                  <c:v>7.1875</c:v>
                </c:pt>
                <c:pt idx="113">
                  <c:v>7.2515</c:v>
                </c:pt>
                <c:pt idx="114">
                  <c:v>7.3165</c:v>
                </c:pt>
                <c:pt idx="115">
                  <c:v>7.3805</c:v>
                </c:pt>
                <c:pt idx="116">
                  <c:v>7.4445</c:v>
                </c:pt>
                <c:pt idx="117">
                  <c:v>7.5095</c:v>
                </c:pt>
                <c:pt idx="118">
                  <c:v>7.5735</c:v>
                </c:pt>
                <c:pt idx="119">
                  <c:v>7.6375</c:v>
                </c:pt>
                <c:pt idx="120">
                  <c:v>7.7025</c:v>
                </c:pt>
                <c:pt idx="121">
                  <c:v>7.7665</c:v>
                </c:pt>
                <c:pt idx="122">
                  <c:v>7.8315</c:v>
                </c:pt>
                <c:pt idx="123">
                  <c:v>7.8955</c:v>
                </c:pt>
                <c:pt idx="124">
                  <c:v>7.9595</c:v>
                </c:pt>
                <c:pt idx="125">
                  <c:v>8.0245</c:v>
                </c:pt>
                <c:pt idx="126">
                  <c:v>8.0885</c:v>
                </c:pt>
                <c:pt idx="127">
                  <c:v>8.1525</c:v>
                </c:pt>
                <c:pt idx="128">
                  <c:v>8.2175</c:v>
                </c:pt>
                <c:pt idx="129">
                  <c:v>8.2815</c:v>
                </c:pt>
                <c:pt idx="130">
                  <c:v>8.3465</c:v>
                </c:pt>
                <c:pt idx="131">
                  <c:v>8.4105</c:v>
                </c:pt>
                <c:pt idx="132">
                  <c:v>8.4745</c:v>
                </c:pt>
                <c:pt idx="133">
                  <c:v>8.5395</c:v>
                </c:pt>
                <c:pt idx="134">
                  <c:v>8.6035</c:v>
                </c:pt>
                <c:pt idx="135">
                  <c:v>8.6675</c:v>
                </c:pt>
                <c:pt idx="136">
                  <c:v>8.7325</c:v>
                </c:pt>
                <c:pt idx="137">
                  <c:v>8.7965</c:v>
                </c:pt>
                <c:pt idx="138">
                  <c:v>8.8615</c:v>
                </c:pt>
                <c:pt idx="139">
                  <c:v>8.9255</c:v>
                </c:pt>
                <c:pt idx="140">
                  <c:v>8.9895</c:v>
                </c:pt>
                <c:pt idx="141">
                  <c:v>9.0545</c:v>
                </c:pt>
                <c:pt idx="142">
                  <c:v>9.1185</c:v>
                </c:pt>
                <c:pt idx="143">
                  <c:v>9.1825</c:v>
                </c:pt>
                <c:pt idx="144">
                  <c:v>9.2475</c:v>
                </c:pt>
                <c:pt idx="145">
                  <c:v>9.3115</c:v>
                </c:pt>
                <c:pt idx="146">
                  <c:v>9.3765</c:v>
                </c:pt>
                <c:pt idx="147">
                  <c:v>9.4405</c:v>
                </c:pt>
                <c:pt idx="148">
                  <c:v>9.5045</c:v>
                </c:pt>
                <c:pt idx="149">
                  <c:v>9.5695</c:v>
                </c:pt>
                <c:pt idx="150">
                  <c:v>9.6335</c:v>
                </c:pt>
                <c:pt idx="151">
                  <c:v>9.6975</c:v>
                </c:pt>
                <c:pt idx="152">
                  <c:v>9.7625</c:v>
                </c:pt>
                <c:pt idx="153">
                  <c:v>9.8265</c:v>
                </c:pt>
                <c:pt idx="154">
                  <c:v>9.8915</c:v>
                </c:pt>
                <c:pt idx="155">
                  <c:v>9.9555</c:v>
                </c:pt>
                <c:pt idx="156">
                  <c:v>10.0195</c:v>
                </c:pt>
                <c:pt idx="157">
                  <c:v>10.0845</c:v>
                </c:pt>
                <c:pt idx="158">
                  <c:v>10.1485</c:v>
                </c:pt>
                <c:pt idx="159">
                  <c:v>10.2125</c:v>
                </c:pt>
                <c:pt idx="160">
                  <c:v>10.2775</c:v>
                </c:pt>
                <c:pt idx="161">
                  <c:v>10.3415</c:v>
                </c:pt>
                <c:pt idx="162">
                  <c:v>10.4065</c:v>
                </c:pt>
                <c:pt idx="163">
                  <c:v>10.4705</c:v>
                </c:pt>
                <c:pt idx="164">
                  <c:v>10.5345</c:v>
                </c:pt>
                <c:pt idx="165">
                  <c:v>10.5995</c:v>
                </c:pt>
                <c:pt idx="166">
                  <c:v>10.6635</c:v>
                </c:pt>
                <c:pt idx="167">
                  <c:v>10.7275</c:v>
                </c:pt>
                <c:pt idx="168">
                  <c:v>10.7925</c:v>
                </c:pt>
                <c:pt idx="169">
                  <c:v>10.8565</c:v>
                </c:pt>
                <c:pt idx="170">
                  <c:v>10.9205</c:v>
                </c:pt>
                <c:pt idx="171">
                  <c:v>10.9855</c:v>
                </c:pt>
                <c:pt idx="172">
                  <c:v>11.0495</c:v>
                </c:pt>
                <c:pt idx="173">
                  <c:v>11.1145</c:v>
                </c:pt>
                <c:pt idx="174">
                  <c:v>11.1785</c:v>
                </c:pt>
                <c:pt idx="175">
                  <c:v>11.2425</c:v>
                </c:pt>
                <c:pt idx="176">
                  <c:v>11.3075</c:v>
                </c:pt>
                <c:pt idx="177">
                  <c:v>11.3715</c:v>
                </c:pt>
                <c:pt idx="178">
                  <c:v>11.4355</c:v>
                </c:pt>
                <c:pt idx="179">
                  <c:v>11.5005</c:v>
                </c:pt>
                <c:pt idx="180">
                  <c:v>11.5645</c:v>
                </c:pt>
                <c:pt idx="181">
                  <c:v>11.6295</c:v>
                </c:pt>
                <c:pt idx="182">
                  <c:v>11.6935</c:v>
                </c:pt>
                <c:pt idx="183">
                  <c:v>11.7575</c:v>
                </c:pt>
                <c:pt idx="184">
                  <c:v>11.8225</c:v>
                </c:pt>
                <c:pt idx="185">
                  <c:v>11.8865</c:v>
                </c:pt>
                <c:pt idx="186">
                  <c:v>11.9505</c:v>
                </c:pt>
                <c:pt idx="187">
                  <c:v>12.0155</c:v>
                </c:pt>
                <c:pt idx="188">
                  <c:v>12.0795</c:v>
                </c:pt>
                <c:pt idx="189">
                  <c:v>12.1445</c:v>
                </c:pt>
                <c:pt idx="190">
                  <c:v>12.2085</c:v>
                </c:pt>
                <c:pt idx="191">
                  <c:v>12.2725</c:v>
                </c:pt>
                <c:pt idx="192">
                  <c:v>12.3375</c:v>
                </c:pt>
                <c:pt idx="193">
                  <c:v>12.4015</c:v>
                </c:pt>
                <c:pt idx="194">
                  <c:v>12.4655</c:v>
                </c:pt>
                <c:pt idx="195">
                  <c:v>12.5305</c:v>
                </c:pt>
                <c:pt idx="196">
                  <c:v>12.5945</c:v>
                </c:pt>
                <c:pt idx="197">
                  <c:v>12.6595</c:v>
                </c:pt>
                <c:pt idx="198">
                  <c:v>12.7235</c:v>
                </c:pt>
                <c:pt idx="199">
                  <c:v>12.7875</c:v>
                </c:pt>
                <c:pt idx="200">
                  <c:v>12.8525</c:v>
                </c:pt>
                <c:pt idx="201">
                  <c:v>12.9165</c:v>
                </c:pt>
                <c:pt idx="202">
                  <c:v>12.9805</c:v>
                </c:pt>
                <c:pt idx="203">
                  <c:v>13.0455</c:v>
                </c:pt>
                <c:pt idx="204">
                  <c:v>13.1095</c:v>
                </c:pt>
                <c:pt idx="205">
                  <c:v>13.1745</c:v>
                </c:pt>
                <c:pt idx="206">
                  <c:v>13.2385</c:v>
                </c:pt>
                <c:pt idx="207">
                  <c:v>13.3025</c:v>
                </c:pt>
                <c:pt idx="208">
                  <c:v>13.3675</c:v>
                </c:pt>
                <c:pt idx="209">
                  <c:v>13.4315</c:v>
                </c:pt>
                <c:pt idx="210">
                  <c:v>13.4955</c:v>
                </c:pt>
                <c:pt idx="211">
                  <c:v>13.5605</c:v>
                </c:pt>
                <c:pt idx="212">
                  <c:v>13.6245</c:v>
                </c:pt>
                <c:pt idx="213">
                  <c:v>13.6895</c:v>
                </c:pt>
                <c:pt idx="214">
                  <c:v>13.7535</c:v>
                </c:pt>
                <c:pt idx="215">
                  <c:v>13.8175</c:v>
                </c:pt>
                <c:pt idx="216">
                  <c:v>13.8825</c:v>
                </c:pt>
                <c:pt idx="217">
                  <c:v>13.9465</c:v>
                </c:pt>
                <c:pt idx="218">
                  <c:v>14.0075</c:v>
                </c:pt>
                <c:pt idx="219">
                  <c:v>14.0725</c:v>
                </c:pt>
                <c:pt idx="220">
                  <c:v>14.1365</c:v>
                </c:pt>
                <c:pt idx="221">
                  <c:v>14.2001</c:v>
                </c:pt>
                <c:pt idx="222">
                  <c:v>14.2625</c:v>
                </c:pt>
                <c:pt idx="223">
                  <c:v>14.3265</c:v>
                </c:pt>
                <c:pt idx="224">
                  <c:v>14.3915</c:v>
                </c:pt>
                <c:pt idx="225">
                  <c:v>14.4555</c:v>
                </c:pt>
                <c:pt idx="226">
                  <c:v>14.5195</c:v>
                </c:pt>
                <c:pt idx="227">
                  <c:v>14.5845</c:v>
                </c:pt>
                <c:pt idx="228">
                  <c:v>14.6485</c:v>
                </c:pt>
                <c:pt idx="229">
                  <c:v>14.7135</c:v>
                </c:pt>
                <c:pt idx="230">
                  <c:v>14.7775</c:v>
                </c:pt>
                <c:pt idx="231">
                  <c:v>14.8415</c:v>
                </c:pt>
                <c:pt idx="232">
                  <c:v>14.9065</c:v>
                </c:pt>
                <c:pt idx="233">
                  <c:v>14.9705</c:v>
                </c:pt>
                <c:pt idx="234">
                  <c:v>15.0345</c:v>
                </c:pt>
                <c:pt idx="235">
                  <c:v>15.0995</c:v>
                </c:pt>
                <c:pt idx="236">
                  <c:v>15.1635</c:v>
                </c:pt>
                <c:pt idx="237">
                  <c:v>15.2285</c:v>
                </c:pt>
                <c:pt idx="238">
                  <c:v>15.2925</c:v>
                </c:pt>
                <c:pt idx="239">
                  <c:v>15.3565</c:v>
                </c:pt>
                <c:pt idx="240">
                  <c:v>15.4215</c:v>
                </c:pt>
                <c:pt idx="241">
                  <c:v>15.4855</c:v>
                </c:pt>
                <c:pt idx="242">
                  <c:v>15.5495</c:v>
                </c:pt>
                <c:pt idx="243">
                  <c:v>15.6145</c:v>
                </c:pt>
                <c:pt idx="244">
                  <c:v>15.6785</c:v>
                </c:pt>
                <c:pt idx="245">
                  <c:v>15.7435</c:v>
                </c:pt>
                <c:pt idx="246">
                  <c:v>15.8075</c:v>
                </c:pt>
                <c:pt idx="247">
                  <c:v>15.8715</c:v>
                </c:pt>
                <c:pt idx="248">
                  <c:v>15.9365</c:v>
                </c:pt>
                <c:pt idx="249">
                  <c:v>16</c:v>
                </c:pt>
              </c:numCache>
            </c:numRef>
          </c:xVal>
          <c:yVal>
            <c:numRef>
              <c:f>'Chart Data'!$B$2:$B$251</c:f>
              <c:numCache>
                <c:formatCode>0.##</c:formatCode>
                <c:ptCount val="25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0.2625</c:v>
                </c:pt>
                <c:pt idx="17">
                  <c:v>1.8625</c:v>
                </c:pt>
                <c:pt idx="18">
                  <c:v>3.4875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5</c:v>
                </c:pt>
                <c:pt idx="53">
                  <c:v>5</c:v>
                </c:pt>
                <c:pt idx="54">
                  <c:v>5</c:v>
                </c:pt>
                <c:pt idx="55">
                  <c:v>5</c:v>
                </c:pt>
                <c:pt idx="56">
                  <c:v>5</c:v>
                </c:pt>
                <c:pt idx="57">
                  <c:v>5</c:v>
                </c:pt>
                <c:pt idx="58">
                  <c:v>5</c:v>
                </c:pt>
                <c:pt idx="59">
                  <c:v>5</c:v>
                </c:pt>
                <c:pt idx="60">
                  <c:v>5</c:v>
                </c:pt>
                <c:pt idx="61">
                  <c:v>5</c:v>
                </c:pt>
                <c:pt idx="62">
                  <c:v>5</c:v>
                </c:pt>
                <c:pt idx="63">
                  <c:v>5</c:v>
                </c:pt>
                <c:pt idx="64">
                  <c:v>5</c:v>
                </c:pt>
                <c:pt idx="65">
                  <c:v>5</c:v>
                </c:pt>
                <c:pt idx="66">
                  <c:v>5</c:v>
                </c:pt>
                <c:pt idx="67">
                  <c:v>5</c:v>
                </c:pt>
                <c:pt idx="68">
                  <c:v>5</c:v>
                </c:pt>
                <c:pt idx="69">
                  <c:v>5</c:v>
                </c:pt>
                <c:pt idx="70">
                  <c:v>5</c:v>
                </c:pt>
                <c:pt idx="71">
                  <c:v>5</c:v>
                </c:pt>
                <c:pt idx="72">
                  <c:v>5</c:v>
                </c:pt>
                <c:pt idx="73">
                  <c:v>5</c:v>
                </c:pt>
                <c:pt idx="74">
                  <c:v>5</c:v>
                </c:pt>
                <c:pt idx="75">
                  <c:v>5</c:v>
                </c:pt>
                <c:pt idx="76">
                  <c:v>5</c:v>
                </c:pt>
                <c:pt idx="77">
                  <c:v>5</c:v>
                </c:pt>
                <c:pt idx="78">
                  <c:v>5</c:v>
                </c:pt>
                <c:pt idx="79">
                  <c:v>5</c:v>
                </c:pt>
                <c:pt idx="80">
                  <c:v>5</c:v>
                </c:pt>
                <c:pt idx="81">
                  <c:v>5</c:v>
                </c:pt>
                <c:pt idx="82">
                  <c:v>5</c:v>
                </c:pt>
                <c:pt idx="83">
                  <c:v>5</c:v>
                </c:pt>
                <c:pt idx="84">
                  <c:v>5</c:v>
                </c:pt>
                <c:pt idx="85">
                  <c:v>5</c:v>
                </c:pt>
                <c:pt idx="86">
                  <c:v>5</c:v>
                </c:pt>
                <c:pt idx="87">
                  <c:v>5</c:v>
                </c:pt>
                <c:pt idx="88">
                  <c:v>5</c:v>
                </c:pt>
                <c:pt idx="89">
                  <c:v>5</c:v>
                </c:pt>
                <c:pt idx="90">
                  <c:v>5</c:v>
                </c:pt>
                <c:pt idx="91">
                  <c:v>5</c:v>
                </c:pt>
                <c:pt idx="92">
                  <c:v>5</c:v>
                </c:pt>
                <c:pt idx="93">
                  <c:v>5</c:v>
                </c:pt>
                <c:pt idx="94">
                  <c:v>5</c:v>
                </c:pt>
                <c:pt idx="95">
                  <c:v>5</c:v>
                </c:pt>
                <c:pt idx="96">
                  <c:v>5</c:v>
                </c:pt>
                <c:pt idx="97">
                  <c:v>5</c:v>
                </c:pt>
                <c:pt idx="98">
                  <c:v>5</c:v>
                </c:pt>
                <c:pt idx="99">
                  <c:v>5</c:v>
                </c:pt>
                <c:pt idx="100">
                  <c:v>5</c:v>
                </c:pt>
                <c:pt idx="101">
                  <c:v>5</c:v>
                </c:pt>
                <c:pt idx="102">
                  <c:v>5</c:v>
                </c:pt>
                <c:pt idx="103">
                  <c:v>5</c:v>
                </c:pt>
                <c:pt idx="104">
                  <c:v>5</c:v>
                </c:pt>
                <c:pt idx="105">
                  <c:v>5</c:v>
                </c:pt>
                <c:pt idx="106">
                  <c:v>5</c:v>
                </c:pt>
                <c:pt idx="107">
                  <c:v>5</c:v>
                </c:pt>
                <c:pt idx="108">
                  <c:v>5</c:v>
                </c:pt>
                <c:pt idx="109">
                  <c:v>5</c:v>
                </c:pt>
                <c:pt idx="110">
                  <c:v>5</c:v>
                </c:pt>
                <c:pt idx="111">
                  <c:v>5</c:v>
                </c:pt>
                <c:pt idx="112">
                  <c:v>5</c:v>
                </c:pt>
                <c:pt idx="113">
                  <c:v>5</c:v>
                </c:pt>
                <c:pt idx="114">
                  <c:v>5</c:v>
                </c:pt>
                <c:pt idx="115">
                  <c:v>5</c:v>
                </c:pt>
                <c:pt idx="116">
                  <c:v>5</c:v>
                </c:pt>
                <c:pt idx="117">
                  <c:v>5</c:v>
                </c:pt>
                <c:pt idx="118">
                  <c:v>5</c:v>
                </c:pt>
                <c:pt idx="119">
                  <c:v>5</c:v>
                </c:pt>
                <c:pt idx="120">
                  <c:v>5</c:v>
                </c:pt>
                <c:pt idx="121">
                  <c:v>5</c:v>
                </c:pt>
                <c:pt idx="122">
                  <c:v>5</c:v>
                </c:pt>
                <c:pt idx="123">
                  <c:v>5</c:v>
                </c:pt>
                <c:pt idx="124">
                  <c:v>5</c:v>
                </c:pt>
                <c:pt idx="125">
                  <c:v>5</c:v>
                </c:pt>
                <c:pt idx="126">
                  <c:v>5</c:v>
                </c:pt>
                <c:pt idx="127">
                  <c:v>5</c:v>
                </c:pt>
                <c:pt idx="128">
                  <c:v>5</c:v>
                </c:pt>
                <c:pt idx="129">
                  <c:v>5</c:v>
                </c:pt>
                <c:pt idx="130">
                  <c:v>5</c:v>
                </c:pt>
                <c:pt idx="131">
                  <c:v>5</c:v>
                </c:pt>
                <c:pt idx="132">
                  <c:v>5</c:v>
                </c:pt>
                <c:pt idx="133">
                  <c:v>5</c:v>
                </c:pt>
                <c:pt idx="134">
                  <c:v>5</c:v>
                </c:pt>
                <c:pt idx="135">
                  <c:v>5</c:v>
                </c:pt>
                <c:pt idx="136">
                  <c:v>5</c:v>
                </c:pt>
                <c:pt idx="137">
                  <c:v>5</c:v>
                </c:pt>
                <c:pt idx="138">
                  <c:v>5</c:v>
                </c:pt>
                <c:pt idx="139">
                  <c:v>5</c:v>
                </c:pt>
                <c:pt idx="140">
                  <c:v>5</c:v>
                </c:pt>
                <c:pt idx="141">
                  <c:v>5</c:v>
                </c:pt>
                <c:pt idx="142">
                  <c:v>5</c:v>
                </c:pt>
                <c:pt idx="143">
                  <c:v>5</c:v>
                </c:pt>
                <c:pt idx="144">
                  <c:v>5</c:v>
                </c:pt>
                <c:pt idx="145">
                  <c:v>5</c:v>
                </c:pt>
                <c:pt idx="146">
                  <c:v>5</c:v>
                </c:pt>
                <c:pt idx="147">
                  <c:v>5</c:v>
                </c:pt>
                <c:pt idx="148">
                  <c:v>5</c:v>
                </c:pt>
                <c:pt idx="149">
                  <c:v>5</c:v>
                </c:pt>
                <c:pt idx="150">
                  <c:v>5</c:v>
                </c:pt>
                <c:pt idx="151">
                  <c:v>5</c:v>
                </c:pt>
                <c:pt idx="152">
                  <c:v>5</c:v>
                </c:pt>
                <c:pt idx="153">
                  <c:v>5</c:v>
                </c:pt>
                <c:pt idx="154">
                  <c:v>5</c:v>
                </c:pt>
                <c:pt idx="155">
                  <c:v>5</c:v>
                </c:pt>
                <c:pt idx="156">
                  <c:v>5</c:v>
                </c:pt>
                <c:pt idx="157">
                  <c:v>5</c:v>
                </c:pt>
                <c:pt idx="158">
                  <c:v>5</c:v>
                </c:pt>
                <c:pt idx="159">
                  <c:v>5</c:v>
                </c:pt>
                <c:pt idx="160">
                  <c:v>5</c:v>
                </c:pt>
                <c:pt idx="161">
                  <c:v>5</c:v>
                </c:pt>
                <c:pt idx="162">
                  <c:v>5</c:v>
                </c:pt>
                <c:pt idx="163">
                  <c:v>5</c:v>
                </c:pt>
                <c:pt idx="164">
                  <c:v>5</c:v>
                </c:pt>
                <c:pt idx="165">
                  <c:v>5</c:v>
                </c:pt>
                <c:pt idx="166">
                  <c:v>5</c:v>
                </c:pt>
                <c:pt idx="167">
                  <c:v>5</c:v>
                </c:pt>
                <c:pt idx="168">
                  <c:v>5</c:v>
                </c:pt>
                <c:pt idx="169">
                  <c:v>5</c:v>
                </c:pt>
                <c:pt idx="170">
                  <c:v>5</c:v>
                </c:pt>
                <c:pt idx="171">
                  <c:v>5</c:v>
                </c:pt>
                <c:pt idx="172">
                  <c:v>5</c:v>
                </c:pt>
                <c:pt idx="173">
                  <c:v>5</c:v>
                </c:pt>
                <c:pt idx="174">
                  <c:v>5</c:v>
                </c:pt>
                <c:pt idx="175">
                  <c:v>5</c:v>
                </c:pt>
                <c:pt idx="176">
                  <c:v>5</c:v>
                </c:pt>
                <c:pt idx="177">
                  <c:v>5</c:v>
                </c:pt>
                <c:pt idx="178">
                  <c:v>5</c:v>
                </c:pt>
                <c:pt idx="179">
                  <c:v>5</c:v>
                </c:pt>
                <c:pt idx="180">
                  <c:v>5</c:v>
                </c:pt>
                <c:pt idx="181">
                  <c:v>5</c:v>
                </c:pt>
                <c:pt idx="182">
                  <c:v>5</c:v>
                </c:pt>
                <c:pt idx="183">
                  <c:v>5</c:v>
                </c:pt>
                <c:pt idx="184">
                  <c:v>5</c:v>
                </c:pt>
                <c:pt idx="185">
                  <c:v>5</c:v>
                </c:pt>
                <c:pt idx="186">
                  <c:v>5</c:v>
                </c:pt>
                <c:pt idx="187">
                  <c:v>5</c:v>
                </c:pt>
                <c:pt idx="188">
                  <c:v>5</c:v>
                </c:pt>
                <c:pt idx="189">
                  <c:v>5</c:v>
                </c:pt>
                <c:pt idx="190">
                  <c:v>5</c:v>
                </c:pt>
                <c:pt idx="191">
                  <c:v>5</c:v>
                </c:pt>
                <c:pt idx="192">
                  <c:v>5</c:v>
                </c:pt>
                <c:pt idx="193">
                  <c:v>5</c:v>
                </c:pt>
                <c:pt idx="194">
                  <c:v>5</c:v>
                </c:pt>
                <c:pt idx="195">
                  <c:v>5</c:v>
                </c:pt>
                <c:pt idx="196">
                  <c:v>5</c:v>
                </c:pt>
                <c:pt idx="197">
                  <c:v>5</c:v>
                </c:pt>
                <c:pt idx="198">
                  <c:v>5</c:v>
                </c:pt>
                <c:pt idx="199">
                  <c:v>5</c:v>
                </c:pt>
                <c:pt idx="200">
                  <c:v>5</c:v>
                </c:pt>
                <c:pt idx="201">
                  <c:v>5</c:v>
                </c:pt>
                <c:pt idx="202">
                  <c:v>5</c:v>
                </c:pt>
                <c:pt idx="203">
                  <c:v>5</c:v>
                </c:pt>
                <c:pt idx="204">
                  <c:v>5</c:v>
                </c:pt>
                <c:pt idx="205">
                  <c:v>5</c:v>
                </c:pt>
                <c:pt idx="206">
                  <c:v>5</c:v>
                </c:pt>
                <c:pt idx="207">
                  <c:v>5</c:v>
                </c:pt>
                <c:pt idx="208">
                  <c:v>5</c:v>
                </c:pt>
                <c:pt idx="209">
                  <c:v>5</c:v>
                </c:pt>
                <c:pt idx="210">
                  <c:v>5</c:v>
                </c:pt>
                <c:pt idx="211">
                  <c:v>5</c:v>
                </c:pt>
                <c:pt idx="212">
                  <c:v>5</c:v>
                </c:pt>
                <c:pt idx="213">
                  <c:v>5</c:v>
                </c:pt>
                <c:pt idx="214">
                  <c:v>5</c:v>
                </c:pt>
                <c:pt idx="215">
                  <c:v>5</c:v>
                </c:pt>
                <c:pt idx="216">
                  <c:v>5</c:v>
                </c:pt>
                <c:pt idx="217">
                  <c:v>5</c:v>
                </c:pt>
                <c:pt idx="218">
                  <c:v>4.8125</c:v>
                </c:pt>
                <c:pt idx="219">
                  <c:v>3.1875</c:v>
                </c:pt>
                <c:pt idx="220">
                  <c:v>1.5875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6EB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Voltage (V)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BA8B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B78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16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E6EB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Time (ms)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9BA8B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B78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Helvetica Neue"/>
                <a:ea typeface="Helvetica Neue"/>
                <a:cs typeface="Helvetica Neue"/>
              </a:rPr>
              <a:t>Both coil-lead routes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"/>
        <c:ser>
          <c:idx val="0"/>
          <c:order val="0"/>
          <c:tx>
            <c:v>Lead A COM</c:v>
          </c:tx>
          <c:spPr>
            <a:ln xmlns:a="http://schemas.openxmlformats.org/drawingml/2006/main" w="19050">
              <a:solidFill>
                <a:srgbClr val="168A8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Data'!$A$2:$A$301</c:f>
              <c:numCache>
                <c:formatCode>General</c:formatCode>
                <c:ptCount val="300"/>
                <c:pt idx="0">
                  <c:v>0</c:v>
                </c:pt>
                <c:pt idx="1">
                  <c:v>0.03731</c:v>
                </c:pt>
                <c:pt idx="2">
                  <c:v>0.09031</c:v>
                </c:pt>
                <c:pt idx="3">
                  <c:v>0.14431</c:v>
                </c:pt>
                <c:pt idx="4">
                  <c:v>0.19731</c:v>
                </c:pt>
                <c:pt idx="5">
                  <c:v>0.25131</c:v>
                </c:pt>
                <c:pt idx="6">
                  <c:v>0.30531</c:v>
                </c:pt>
                <c:pt idx="7">
                  <c:v>0.35831</c:v>
                </c:pt>
                <c:pt idx="8">
                  <c:v>0.41231</c:v>
                </c:pt>
                <c:pt idx="9">
                  <c:v>0.46531</c:v>
                </c:pt>
                <c:pt idx="10">
                  <c:v>0.51931</c:v>
                </c:pt>
                <c:pt idx="11">
                  <c:v>0.57331</c:v>
                </c:pt>
                <c:pt idx="12">
                  <c:v>0.62631</c:v>
                </c:pt>
                <c:pt idx="13">
                  <c:v>0.68031</c:v>
                </c:pt>
                <c:pt idx="14">
                  <c:v>0.73431</c:v>
                </c:pt>
                <c:pt idx="15">
                  <c:v>0.78731</c:v>
                </c:pt>
                <c:pt idx="16">
                  <c:v>0.84131</c:v>
                </c:pt>
                <c:pt idx="17">
                  <c:v>0.89431</c:v>
                </c:pt>
                <c:pt idx="18">
                  <c:v>0.94831</c:v>
                </c:pt>
                <c:pt idx="19">
                  <c:v>1.0003</c:v>
                </c:pt>
                <c:pt idx="20">
                  <c:v>1.0525</c:v>
                </c:pt>
                <c:pt idx="21">
                  <c:v>1.1065</c:v>
                </c:pt>
                <c:pt idx="22">
                  <c:v>1.1595</c:v>
                </c:pt>
                <c:pt idx="23">
                  <c:v>1.2105</c:v>
                </c:pt>
                <c:pt idx="24">
                  <c:v>1.2645</c:v>
                </c:pt>
                <c:pt idx="25">
                  <c:v>1.3175</c:v>
                </c:pt>
                <c:pt idx="26">
                  <c:v>1.3715</c:v>
                </c:pt>
                <c:pt idx="27">
                  <c:v>1.4245</c:v>
                </c:pt>
                <c:pt idx="28">
                  <c:v>1.4785</c:v>
                </c:pt>
                <c:pt idx="29">
                  <c:v>1.5325</c:v>
                </c:pt>
                <c:pt idx="30">
                  <c:v>1.5855</c:v>
                </c:pt>
                <c:pt idx="31">
                  <c:v>1.6395</c:v>
                </c:pt>
                <c:pt idx="32">
                  <c:v>1.6925</c:v>
                </c:pt>
                <c:pt idx="33">
                  <c:v>1.7465</c:v>
                </c:pt>
                <c:pt idx="34">
                  <c:v>1.8005</c:v>
                </c:pt>
                <c:pt idx="35">
                  <c:v>1.8535</c:v>
                </c:pt>
                <c:pt idx="36">
                  <c:v>1.9075</c:v>
                </c:pt>
                <c:pt idx="37">
                  <c:v>1.9615</c:v>
                </c:pt>
                <c:pt idx="38">
                  <c:v>2.0145</c:v>
                </c:pt>
                <c:pt idx="39">
                  <c:v>2.0685</c:v>
                </c:pt>
                <c:pt idx="40">
                  <c:v>2.1215</c:v>
                </c:pt>
                <c:pt idx="41">
                  <c:v>2.1755</c:v>
                </c:pt>
                <c:pt idx="42">
                  <c:v>2.2295</c:v>
                </c:pt>
                <c:pt idx="43">
                  <c:v>2.2825</c:v>
                </c:pt>
                <c:pt idx="44">
                  <c:v>2.3365</c:v>
                </c:pt>
                <c:pt idx="45">
                  <c:v>2.3895</c:v>
                </c:pt>
                <c:pt idx="46">
                  <c:v>2.4435</c:v>
                </c:pt>
                <c:pt idx="47">
                  <c:v>2.4975</c:v>
                </c:pt>
                <c:pt idx="48">
                  <c:v>2.5505</c:v>
                </c:pt>
                <c:pt idx="49">
                  <c:v>2.6045</c:v>
                </c:pt>
                <c:pt idx="50">
                  <c:v>2.6575</c:v>
                </c:pt>
                <c:pt idx="51">
                  <c:v>2.7115</c:v>
                </c:pt>
                <c:pt idx="52">
                  <c:v>2.7655</c:v>
                </c:pt>
                <c:pt idx="53">
                  <c:v>2.8185</c:v>
                </c:pt>
                <c:pt idx="54">
                  <c:v>2.8725</c:v>
                </c:pt>
                <c:pt idx="55">
                  <c:v>2.9255</c:v>
                </c:pt>
                <c:pt idx="56">
                  <c:v>2.9795</c:v>
                </c:pt>
                <c:pt idx="57">
                  <c:v>3.0335</c:v>
                </c:pt>
                <c:pt idx="58">
                  <c:v>3.0865</c:v>
                </c:pt>
                <c:pt idx="59">
                  <c:v>3.1405</c:v>
                </c:pt>
                <c:pt idx="60">
                  <c:v>3.1945</c:v>
                </c:pt>
                <c:pt idx="61">
                  <c:v>3.2475</c:v>
                </c:pt>
                <c:pt idx="62">
                  <c:v>3.3015</c:v>
                </c:pt>
                <c:pt idx="63">
                  <c:v>3.3545</c:v>
                </c:pt>
                <c:pt idx="64">
                  <c:v>3.4085</c:v>
                </c:pt>
                <c:pt idx="65">
                  <c:v>3.4625</c:v>
                </c:pt>
                <c:pt idx="66">
                  <c:v>3.5155</c:v>
                </c:pt>
                <c:pt idx="67">
                  <c:v>3.5695</c:v>
                </c:pt>
                <c:pt idx="68">
                  <c:v>3.6225</c:v>
                </c:pt>
                <c:pt idx="69">
                  <c:v>3.6765</c:v>
                </c:pt>
                <c:pt idx="70">
                  <c:v>3.7305</c:v>
                </c:pt>
                <c:pt idx="71">
                  <c:v>3.7835</c:v>
                </c:pt>
                <c:pt idx="72">
                  <c:v>3.8375</c:v>
                </c:pt>
                <c:pt idx="73">
                  <c:v>3.8905</c:v>
                </c:pt>
                <c:pt idx="74">
                  <c:v>3.9445</c:v>
                </c:pt>
                <c:pt idx="75">
                  <c:v>3.9985</c:v>
                </c:pt>
                <c:pt idx="76">
                  <c:v>4.0515</c:v>
                </c:pt>
                <c:pt idx="77">
                  <c:v>4.1055</c:v>
                </c:pt>
                <c:pt idx="78">
                  <c:v>4.1585</c:v>
                </c:pt>
                <c:pt idx="79">
                  <c:v>4.2125</c:v>
                </c:pt>
                <c:pt idx="80">
                  <c:v>4.2665</c:v>
                </c:pt>
                <c:pt idx="81">
                  <c:v>4.3195</c:v>
                </c:pt>
                <c:pt idx="82">
                  <c:v>4.3735</c:v>
                </c:pt>
                <c:pt idx="83">
                  <c:v>4.4275</c:v>
                </c:pt>
                <c:pt idx="84">
                  <c:v>4.4805</c:v>
                </c:pt>
                <c:pt idx="85">
                  <c:v>4.5345</c:v>
                </c:pt>
                <c:pt idx="86">
                  <c:v>4.5875</c:v>
                </c:pt>
                <c:pt idx="87">
                  <c:v>4.6415</c:v>
                </c:pt>
                <c:pt idx="88">
                  <c:v>4.6955</c:v>
                </c:pt>
                <c:pt idx="89">
                  <c:v>4.7485</c:v>
                </c:pt>
                <c:pt idx="90">
                  <c:v>4.8025</c:v>
                </c:pt>
                <c:pt idx="91">
                  <c:v>4.8555</c:v>
                </c:pt>
                <c:pt idx="92">
                  <c:v>4.9095</c:v>
                </c:pt>
                <c:pt idx="93">
                  <c:v>4.9635</c:v>
                </c:pt>
                <c:pt idx="94">
                  <c:v>5.0165</c:v>
                </c:pt>
                <c:pt idx="95">
                  <c:v>5.0705</c:v>
                </c:pt>
                <c:pt idx="96">
                  <c:v>5.1235</c:v>
                </c:pt>
                <c:pt idx="97">
                  <c:v>5.1775</c:v>
                </c:pt>
                <c:pt idx="98">
                  <c:v>5.2315</c:v>
                </c:pt>
                <c:pt idx="99">
                  <c:v>5.2845</c:v>
                </c:pt>
                <c:pt idx="100">
                  <c:v>5.3385</c:v>
                </c:pt>
                <c:pt idx="101">
                  <c:v>5.3915</c:v>
                </c:pt>
                <c:pt idx="102">
                  <c:v>5.4455</c:v>
                </c:pt>
                <c:pt idx="103">
                  <c:v>5.4995</c:v>
                </c:pt>
                <c:pt idx="104">
                  <c:v>5.5525</c:v>
                </c:pt>
                <c:pt idx="105">
                  <c:v>5.6065</c:v>
                </c:pt>
                <c:pt idx="106">
                  <c:v>5.6605</c:v>
                </c:pt>
                <c:pt idx="107">
                  <c:v>5.7135</c:v>
                </c:pt>
                <c:pt idx="108">
                  <c:v>5.7675</c:v>
                </c:pt>
                <c:pt idx="109">
                  <c:v>5.8205</c:v>
                </c:pt>
                <c:pt idx="110">
                  <c:v>5.8745</c:v>
                </c:pt>
                <c:pt idx="111">
                  <c:v>5.9285</c:v>
                </c:pt>
                <c:pt idx="112">
                  <c:v>5.9815</c:v>
                </c:pt>
                <c:pt idx="113">
                  <c:v>6.0355</c:v>
                </c:pt>
                <c:pt idx="114">
                  <c:v>6.0885</c:v>
                </c:pt>
                <c:pt idx="115">
                  <c:v>6.1425</c:v>
                </c:pt>
                <c:pt idx="116">
                  <c:v>6.1965</c:v>
                </c:pt>
                <c:pt idx="117">
                  <c:v>6.2495</c:v>
                </c:pt>
                <c:pt idx="118">
                  <c:v>6.3035</c:v>
                </c:pt>
                <c:pt idx="119">
                  <c:v>6.3565</c:v>
                </c:pt>
                <c:pt idx="120">
                  <c:v>6.4105</c:v>
                </c:pt>
                <c:pt idx="121">
                  <c:v>6.4645</c:v>
                </c:pt>
                <c:pt idx="122">
                  <c:v>6.5175</c:v>
                </c:pt>
                <c:pt idx="123">
                  <c:v>6.5715</c:v>
                </c:pt>
                <c:pt idx="124">
                  <c:v>6.6245</c:v>
                </c:pt>
                <c:pt idx="125">
                  <c:v>6.6785</c:v>
                </c:pt>
                <c:pt idx="126">
                  <c:v>6.7325</c:v>
                </c:pt>
                <c:pt idx="127">
                  <c:v>6.7855</c:v>
                </c:pt>
                <c:pt idx="128">
                  <c:v>6.8395</c:v>
                </c:pt>
                <c:pt idx="129">
                  <c:v>6.8935</c:v>
                </c:pt>
                <c:pt idx="130">
                  <c:v>6.9465</c:v>
                </c:pt>
                <c:pt idx="131">
                  <c:v>7.0005</c:v>
                </c:pt>
                <c:pt idx="132">
                  <c:v>7.0535</c:v>
                </c:pt>
                <c:pt idx="133">
                  <c:v>7.1075</c:v>
                </c:pt>
                <c:pt idx="134">
                  <c:v>7.1615</c:v>
                </c:pt>
                <c:pt idx="135">
                  <c:v>7.2145</c:v>
                </c:pt>
                <c:pt idx="136">
                  <c:v>7.2685</c:v>
                </c:pt>
                <c:pt idx="137">
                  <c:v>7.3215</c:v>
                </c:pt>
                <c:pt idx="138">
                  <c:v>7.3755</c:v>
                </c:pt>
                <c:pt idx="139">
                  <c:v>7.4295</c:v>
                </c:pt>
                <c:pt idx="140">
                  <c:v>7.4825</c:v>
                </c:pt>
                <c:pt idx="141">
                  <c:v>7.5365</c:v>
                </c:pt>
                <c:pt idx="142">
                  <c:v>7.5895</c:v>
                </c:pt>
                <c:pt idx="143">
                  <c:v>7.6435</c:v>
                </c:pt>
                <c:pt idx="144">
                  <c:v>7.6975</c:v>
                </c:pt>
                <c:pt idx="145">
                  <c:v>7.7505</c:v>
                </c:pt>
                <c:pt idx="146">
                  <c:v>7.8045</c:v>
                </c:pt>
                <c:pt idx="147">
                  <c:v>7.8575</c:v>
                </c:pt>
                <c:pt idx="148">
                  <c:v>7.9115</c:v>
                </c:pt>
                <c:pt idx="149">
                  <c:v>7.9655</c:v>
                </c:pt>
                <c:pt idx="150">
                  <c:v>8.0185</c:v>
                </c:pt>
                <c:pt idx="151">
                  <c:v>8.0725</c:v>
                </c:pt>
                <c:pt idx="152">
                  <c:v>8.1265</c:v>
                </c:pt>
                <c:pt idx="153">
                  <c:v>8.1795</c:v>
                </c:pt>
                <c:pt idx="154">
                  <c:v>8.2335</c:v>
                </c:pt>
                <c:pt idx="155">
                  <c:v>8.2865</c:v>
                </c:pt>
                <c:pt idx="156">
                  <c:v>8.3405</c:v>
                </c:pt>
                <c:pt idx="157">
                  <c:v>8.3945</c:v>
                </c:pt>
                <c:pt idx="158">
                  <c:v>8.4475</c:v>
                </c:pt>
                <c:pt idx="159">
                  <c:v>8.5015</c:v>
                </c:pt>
                <c:pt idx="160">
                  <c:v>8.5545</c:v>
                </c:pt>
                <c:pt idx="161">
                  <c:v>8.6085</c:v>
                </c:pt>
                <c:pt idx="162">
                  <c:v>8.6625</c:v>
                </c:pt>
                <c:pt idx="163">
                  <c:v>8.7155</c:v>
                </c:pt>
                <c:pt idx="164">
                  <c:v>8.7695</c:v>
                </c:pt>
                <c:pt idx="165">
                  <c:v>8.8225</c:v>
                </c:pt>
                <c:pt idx="166">
                  <c:v>8.8765</c:v>
                </c:pt>
                <c:pt idx="167">
                  <c:v>8.9305</c:v>
                </c:pt>
                <c:pt idx="168">
                  <c:v>8.9835</c:v>
                </c:pt>
                <c:pt idx="169">
                  <c:v>9.0375</c:v>
                </c:pt>
                <c:pt idx="170">
                  <c:v>9.0905</c:v>
                </c:pt>
                <c:pt idx="171">
                  <c:v>9.1445</c:v>
                </c:pt>
                <c:pt idx="172">
                  <c:v>9.1985</c:v>
                </c:pt>
                <c:pt idx="173">
                  <c:v>9.2515</c:v>
                </c:pt>
                <c:pt idx="174">
                  <c:v>9.3055</c:v>
                </c:pt>
                <c:pt idx="175">
                  <c:v>9.3595</c:v>
                </c:pt>
                <c:pt idx="176">
                  <c:v>9.4125</c:v>
                </c:pt>
                <c:pt idx="177">
                  <c:v>9.4665</c:v>
                </c:pt>
                <c:pt idx="178">
                  <c:v>9.5195</c:v>
                </c:pt>
                <c:pt idx="179">
                  <c:v>9.5735</c:v>
                </c:pt>
                <c:pt idx="180">
                  <c:v>9.6275</c:v>
                </c:pt>
                <c:pt idx="181">
                  <c:v>9.6805</c:v>
                </c:pt>
                <c:pt idx="182">
                  <c:v>9.7345</c:v>
                </c:pt>
                <c:pt idx="183">
                  <c:v>9.7875</c:v>
                </c:pt>
                <c:pt idx="184">
                  <c:v>9.8415</c:v>
                </c:pt>
                <c:pt idx="185">
                  <c:v>9.8955</c:v>
                </c:pt>
                <c:pt idx="186">
                  <c:v>9.9485</c:v>
                </c:pt>
                <c:pt idx="187">
                  <c:v>10.0025</c:v>
                </c:pt>
                <c:pt idx="188">
                  <c:v>10.0555</c:v>
                </c:pt>
                <c:pt idx="189">
                  <c:v>10.1095</c:v>
                </c:pt>
                <c:pt idx="190">
                  <c:v>10.1635</c:v>
                </c:pt>
                <c:pt idx="191">
                  <c:v>10.2165</c:v>
                </c:pt>
                <c:pt idx="192">
                  <c:v>10.2705</c:v>
                </c:pt>
                <c:pt idx="193">
                  <c:v>10.3235</c:v>
                </c:pt>
                <c:pt idx="194">
                  <c:v>10.3775</c:v>
                </c:pt>
                <c:pt idx="195">
                  <c:v>10.4315</c:v>
                </c:pt>
                <c:pt idx="196">
                  <c:v>10.4845</c:v>
                </c:pt>
                <c:pt idx="197">
                  <c:v>10.5385</c:v>
                </c:pt>
                <c:pt idx="198">
                  <c:v>10.5925</c:v>
                </c:pt>
                <c:pt idx="199">
                  <c:v>10.6455</c:v>
                </c:pt>
                <c:pt idx="200">
                  <c:v>10.6995</c:v>
                </c:pt>
                <c:pt idx="201">
                  <c:v>10.7525</c:v>
                </c:pt>
                <c:pt idx="202">
                  <c:v>10.8065</c:v>
                </c:pt>
                <c:pt idx="203">
                  <c:v>10.8605</c:v>
                </c:pt>
                <c:pt idx="204">
                  <c:v>10.9135</c:v>
                </c:pt>
                <c:pt idx="205">
                  <c:v>10.9675</c:v>
                </c:pt>
                <c:pt idx="206">
                  <c:v>11.0205</c:v>
                </c:pt>
                <c:pt idx="207">
                  <c:v>11.0745</c:v>
                </c:pt>
                <c:pt idx="208">
                  <c:v>11.1285</c:v>
                </c:pt>
                <c:pt idx="209">
                  <c:v>11.1815</c:v>
                </c:pt>
                <c:pt idx="210">
                  <c:v>11.2355</c:v>
                </c:pt>
                <c:pt idx="211">
                  <c:v>11.2885</c:v>
                </c:pt>
                <c:pt idx="212">
                  <c:v>11.3425</c:v>
                </c:pt>
                <c:pt idx="213">
                  <c:v>11.3965</c:v>
                </c:pt>
                <c:pt idx="214">
                  <c:v>11.4495</c:v>
                </c:pt>
                <c:pt idx="215">
                  <c:v>11.5035</c:v>
                </c:pt>
                <c:pt idx="216">
                  <c:v>11.5565</c:v>
                </c:pt>
                <c:pt idx="217">
                  <c:v>11.6105</c:v>
                </c:pt>
                <c:pt idx="218">
                  <c:v>11.6645</c:v>
                </c:pt>
                <c:pt idx="219">
                  <c:v>11.7175</c:v>
                </c:pt>
                <c:pt idx="220">
                  <c:v>11.7715</c:v>
                </c:pt>
                <c:pt idx="221">
                  <c:v>11.8255</c:v>
                </c:pt>
                <c:pt idx="222">
                  <c:v>11.8785</c:v>
                </c:pt>
                <c:pt idx="223">
                  <c:v>11.9325</c:v>
                </c:pt>
                <c:pt idx="224">
                  <c:v>11.9855</c:v>
                </c:pt>
                <c:pt idx="225">
                  <c:v>12.0395</c:v>
                </c:pt>
                <c:pt idx="226">
                  <c:v>12.0935</c:v>
                </c:pt>
                <c:pt idx="227">
                  <c:v>12.1465</c:v>
                </c:pt>
                <c:pt idx="228">
                  <c:v>12.2005</c:v>
                </c:pt>
                <c:pt idx="229">
                  <c:v>12.2535</c:v>
                </c:pt>
                <c:pt idx="230">
                  <c:v>12.3075</c:v>
                </c:pt>
                <c:pt idx="231">
                  <c:v>12.3615</c:v>
                </c:pt>
                <c:pt idx="232">
                  <c:v>12.4145</c:v>
                </c:pt>
                <c:pt idx="233">
                  <c:v>12.4685</c:v>
                </c:pt>
                <c:pt idx="234">
                  <c:v>12.5215</c:v>
                </c:pt>
                <c:pt idx="235">
                  <c:v>12.5755</c:v>
                </c:pt>
                <c:pt idx="236">
                  <c:v>12.6295</c:v>
                </c:pt>
                <c:pt idx="237">
                  <c:v>12.6825</c:v>
                </c:pt>
                <c:pt idx="238">
                  <c:v>12.7365</c:v>
                </c:pt>
                <c:pt idx="239">
                  <c:v>12.7895</c:v>
                </c:pt>
                <c:pt idx="240">
                  <c:v>12.8435</c:v>
                </c:pt>
                <c:pt idx="241">
                  <c:v>12.8975</c:v>
                </c:pt>
                <c:pt idx="242">
                  <c:v>12.9505</c:v>
                </c:pt>
                <c:pt idx="243">
                  <c:v>13.0045</c:v>
                </c:pt>
                <c:pt idx="244">
                  <c:v>13.0585</c:v>
                </c:pt>
                <c:pt idx="245">
                  <c:v>13.1115</c:v>
                </c:pt>
                <c:pt idx="246">
                  <c:v>13.1655</c:v>
                </c:pt>
                <c:pt idx="247">
                  <c:v>13.2185</c:v>
                </c:pt>
                <c:pt idx="248">
                  <c:v>13.2725</c:v>
                </c:pt>
                <c:pt idx="249">
                  <c:v>13.3265</c:v>
                </c:pt>
                <c:pt idx="250">
                  <c:v>13.3795</c:v>
                </c:pt>
                <c:pt idx="251">
                  <c:v>13.4335</c:v>
                </c:pt>
                <c:pt idx="252">
                  <c:v>13.4865</c:v>
                </c:pt>
                <c:pt idx="253">
                  <c:v>13.5405</c:v>
                </c:pt>
                <c:pt idx="254">
                  <c:v>13.5945</c:v>
                </c:pt>
                <c:pt idx="255">
                  <c:v>13.6475</c:v>
                </c:pt>
                <c:pt idx="256">
                  <c:v>13.7015</c:v>
                </c:pt>
                <c:pt idx="257">
                  <c:v>13.7545</c:v>
                </c:pt>
                <c:pt idx="258">
                  <c:v>13.8085</c:v>
                </c:pt>
                <c:pt idx="259">
                  <c:v>13.8625</c:v>
                </c:pt>
                <c:pt idx="260">
                  <c:v>13.9155</c:v>
                </c:pt>
                <c:pt idx="261">
                  <c:v>13.9695</c:v>
                </c:pt>
                <c:pt idx="262">
                  <c:v>14.0195</c:v>
                </c:pt>
                <c:pt idx="263">
                  <c:v>14.0735</c:v>
                </c:pt>
                <c:pt idx="264">
                  <c:v>14.1275</c:v>
                </c:pt>
                <c:pt idx="265">
                  <c:v>14.1805</c:v>
                </c:pt>
                <c:pt idx="266">
                  <c:v>14.2315</c:v>
                </c:pt>
                <c:pt idx="267">
                  <c:v>14.2855</c:v>
                </c:pt>
                <c:pt idx="268">
                  <c:v>14.3385</c:v>
                </c:pt>
                <c:pt idx="269">
                  <c:v>14.3925</c:v>
                </c:pt>
                <c:pt idx="270">
                  <c:v>14.4455</c:v>
                </c:pt>
                <c:pt idx="271">
                  <c:v>14.4995</c:v>
                </c:pt>
                <c:pt idx="272">
                  <c:v>14.5535</c:v>
                </c:pt>
                <c:pt idx="273">
                  <c:v>14.6065</c:v>
                </c:pt>
                <c:pt idx="274">
                  <c:v>14.6605</c:v>
                </c:pt>
                <c:pt idx="275">
                  <c:v>14.7135</c:v>
                </c:pt>
                <c:pt idx="276">
                  <c:v>14.7675</c:v>
                </c:pt>
                <c:pt idx="277">
                  <c:v>14.8215</c:v>
                </c:pt>
                <c:pt idx="278">
                  <c:v>14.8745</c:v>
                </c:pt>
                <c:pt idx="279">
                  <c:v>14.9285</c:v>
                </c:pt>
                <c:pt idx="280">
                  <c:v>14.9815</c:v>
                </c:pt>
                <c:pt idx="281">
                  <c:v>15.0355</c:v>
                </c:pt>
                <c:pt idx="282">
                  <c:v>15.0895</c:v>
                </c:pt>
                <c:pt idx="283">
                  <c:v>15.1425</c:v>
                </c:pt>
                <c:pt idx="284">
                  <c:v>15.1965</c:v>
                </c:pt>
                <c:pt idx="285">
                  <c:v>15.2495</c:v>
                </c:pt>
                <c:pt idx="286">
                  <c:v>15.3035</c:v>
                </c:pt>
                <c:pt idx="287">
                  <c:v>15.3575</c:v>
                </c:pt>
                <c:pt idx="288">
                  <c:v>15.4105</c:v>
                </c:pt>
                <c:pt idx="289">
                  <c:v>15.4645</c:v>
                </c:pt>
                <c:pt idx="290">
                  <c:v>15.5185</c:v>
                </c:pt>
                <c:pt idx="291">
                  <c:v>15.5715</c:v>
                </c:pt>
                <c:pt idx="292">
                  <c:v>15.6255</c:v>
                </c:pt>
                <c:pt idx="293">
                  <c:v>15.6785</c:v>
                </c:pt>
                <c:pt idx="294">
                  <c:v>15.7325</c:v>
                </c:pt>
                <c:pt idx="295">
                  <c:v>15.7865</c:v>
                </c:pt>
                <c:pt idx="296">
                  <c:v>15.8395</c:v>
                </c:pt>
                <c:pt idx="297">
                  <c:v>15.8935</c:v>
                </c:pt>
                <c:pt idx="298">
                  <c:v>15.9465</c:v>
                </c:pt>
                <c:pt idx="299">
                  <c:v>16</c:v>
                </c:pt>
              </c:numCache>
            </c:numRef>
          </c:xVal>
          <c:yVal>
            <c:numRef>
              <c:f>'Chart Data'!$B$2:$B$301</c:f>
              <c:numCache>
                <c:formatCode>0.##</c:formatCode>
                <c:ptCount val="300"/>
                <c:pt idx="0">
                  <c:v>0.999998</c:v>
                </c:pt>
                <c:pt idx="1">
                  <c:v>0.999998</c:v>
                </c:pt>
                <c:pt idx="2">
                  <c:v>0.999998</c:v>
                </c:pt>
                <c:pt idx="3">
                  <c:v>0.999998</c:v>
                </c:pt>
                <c:pt idx="4">
                  <c:v>0.999998</c:v>
                </c:pt>
                <c:pt idx="5">
                  <c:v>0.999998</c:v>
                </c:pt>
                <c:pt idx="6">
                  <c:v>0.999998</c:v>
                </c:pt>
                <c:pt idx="7">
                  <c:v>0.999998</c:v>
                </c:pt>
                <c:pt idx="8">
                  <c:v>0.999998</c:v>
                </c:pt>
                <c:pt idx="9">
                  <c:v>0.999998</c:v>
                </c:pt>
                <c:pt idx="10">
                  <c:v>0.999998</c:v>
                </c:pt>
                <c:pt idx="11">
                  <c:v>0.999998</c:v>
                </c:pt>
                <c:pt idx="12">
                  <c:v>0.999998</c:v>
                </c:pt>
                <c:pt idx="13">
                  <c:v>0.999998</c:v>
                </c:pt>
                <c:pt idx="14">
                  <c:v>0.999998</c:v>
                </c:pt>
                <c:pt idx="15">
                  <c:v>0.999998</c:v>
                </c:pt>
                <c:pt idx="16">
                  <c:v>0.999998</c:v>
                </c:pt>
                <c:pt idx="17">
                  <c:v>0.999998</c:v>
                </c:pt>
                <c:pt idx="18">
                  <c:v>0.999998</c:v>
                </c:pt>
                <c:pt idx="19">
                  <c:v>0.999998</c:v>
                </c:pt>
                <c:pt idx="20">
                  <c:v>0.999998</c:v>
                </c:pt>
                <c:pt idx="21">
                  <c:v>0.0006</c:v>
                </c:pt>
                <c:pt idx="22">
                  <c:v>4.99999</c:v>
                </c:pt>
                <c:pt idx="23">
                  <c:v>4.99999</c:v>
                </c:pt>
                <c:pt idx="24">
                  <c:v>4.99999</c:v>
                </c:pt>
                <c:pt idx="25">
                  <c:v>4.99999</c:v>
                </c:pt>
                <c:pt idx="26">
                  <c:v>4.99999</c:v>
                </c:pt>
                <c:pt idx="27">
                  <c:v>4.99999</c:v>
                </c:pt>
                <c:pt idx="28">
                  <c:v>4.99999</c:v>
                </c:pt>
                <c:pt idx="29">
                  <c:v>4.99999</c:v>
                </c:pt>
                <c:pt idx="30">
                  <c:v>4.99999</c:v>
                </c:pt>
                <c:pt idx="31">
                  <c:v>4.99999</c:v>
                </c:pt>
                <c:pt idx="32">
                  <c:v>4.99999</c:v>
                </c:pt>
                <c:pt idx="33">
                  <c:v>4.99999</c:v>
                </c:pt>
                <c:pt idx="34">
                  <c:v>4.99999</c:v>
                </c:pt>
                <c:pt idx="35">
                  <c:v>4.99999</c:v>
                </c:pt>
                <c:pt idx="36">
                  <c:v>4.99999</c:v>
                </c:pt>
                <c:pt idx="37">
                  <c:v>4.99999</c:v>
                </c:pt>
                <c:pt idx="38">
                  <c:v>4.99999</c:v>
                </c:pt>
                <c:pt idx="39">
                  <c:v>4.99999</c:v>
                </c:pt>
                <c:pt idx="40">
                  <c:v>4.99999</c:v>
                </c:pt>
                <c:pt idx="41">
                  <c:v>4.99999</c:v>
                </c:pt>
                <c:pt idx="42">
                  <c:v>4.99999</c:v>
                </c:pt>
                <c:pt idx="43">
                  <c:v>4.99999</c:v>
                </c:pt>
                <c:pt idx="44">
                  <c:v>4.99999</c:v>
                </c:pt>
                <c:pt idx="45">
                  <c:v>4.99999</c:v>
                </c:pt>
                <c:pt idx="46">
                  <c:v>4.99999</c:v>
                </c:pt>
                <c:pt idx="47">
                  <c:v>4.99999</c:v>
                </c:pt>
                <c:pt idx="48">
                  <c:v>4.99999</c:v>
                </c:pt>
                <c:pt idx="49">
                  <c:v>4.99999</c:v>
                </c:pt>
                <c:pt idx="50">
                  <c:v>4.99999</c:v>
                </c:pt>
                <c:pt idx="51">
                  <c:v>4.99999</c:v>
                </c:pt>
                <c:pt idx="52">
                  <c:v>4.99999</c:v>
                </c:pt>
                <c:pt idx="53">
                  <c:v>4.99999</c:v>
                </c:pt>
                <c:pt idx="54">
                  <c:v>4.99999</c:v>
                </c:pt>
                <c:pt idx="55">
                  <c:v>4.99999</c:v>
                </c:pt>
                <c:pt idx="56">
                  <c:v>4.99999</c:v>
                </c:pt>
                <c:pt idx="57">
                  <c:v>4.99999</c:v>
                </c:pt>
                <c:pt idx="58">
                  <c:v>4.99999</c:v>
                </c:pt>
                <c:pt idx="59">
                  <c:v>4.99999</c:v>
                </c:pt>
                <c:pt idx="60">
                  <c:v>4.99999</c:v>
                </c:pt>
                <c:pt idx="61">
                  <c:v>4.99999</c:v>
                </c:pt>
                <c:pt idx="62">
                  <c:v>4.99999</c:v>
                </c:pt>
                <c:pt idx="63">
                  <c:v>4.99999</c:v>
                </c:pt>
                <c:pt idx="64">
                  <c:v>4.99999</c:v>
                </c:pt>
                <c:pt idx="65">
                  <c:v>4.99999</c:v>
                </c:pt>
                <c:pt idx="66">
                  <c:v>4.99999</c:v>
                </c:pt>
                <c:pt idx="67">
                  <c:v>4.99999</c:v>
                </c:pt>
                <c:pt idx="68">
                  <c:v>4.99999</c:v>
                </c:pt>
                <c:pt idx="69">
                  <c:v>4.99999</c:v>
                </c:pt>
                <c:pt idx="70">
                  <c:v>4.99999</c:v>
                </c:pt>
                <c:pt idx="71">
                  <c:v>4.99999</c:v>
                </c:pt>
                <c:pt idx="72">
                  <c:v>4.99999</c:v>
                </c:pt>
                <c:pt idx="73">
                  <c:v>4.99999</c:v>
                </c:pt>
                <c:pt idx="74">
                  <c:v>4.99999</c:v>
                </c:pt>
                <c:pt idx="75">
                  <c:v>4.99999</c:v>
                </c:pt>
                <c:pt idx="76">
                  <c:v>4.99999</c:v>
                </c:pt>
                <c:pt idx="77">
                  <c:v>4.99999</c:v>
                </c:pt>
                <c:pt idx="78">
                  <c:v>4.99999</c:v>
                </c:pt>
                <c:pt idx="79">
                  <c:v>4.99999</c:v>
                </c:pt>
                <c:pt idx="80">
                  <c:v>4.99999</c:v>
                </c:pt>
                <c:pt idx="81">
                  <c:v>4.99999</c:v>
                </c:pt>
                <c:pt idx="82">
                  <c:v>4.99999</c:v>
                </c:pt>
                <c:pt idx="83">
                  <c:v>4.99999</c:v>
                </c:pt>
                <c:pt idx="84">
                  <c:v>4.99999</c:v>
                </c:pt>
                <c:pt idx="85">
                  <c:v>4.99999</c:v>
                </c:pt>
                <c:pt idx="86">
                  <c:v>4.99999</c:v>
                </c:pt>
                <c:pt idx="87">
                  <c:v>4.99999</c:v>
                </c:pt>
                <c:pt idx="88">
                  <c:v>4.99999</c:v>
                </c:pt>
                <c:pt idx="89">
                  <c:v>4.99999</c:v>
                </c:pt>
                <c:pt idx="90">
                  <c:v>4.99999</c:v>
                </c:pt>
                <c:pt idx="91">
                  <c:v>4.99999</c:v>
                </c:pt>
                <c:pt idx="92">
                  <c:v>4.99999</c:v>
                </c:pt>
                <c:pt idx="93">
                  <c:v>4.99999</c:v>
                </c:pt>
                <c:pt idx="94">
                  <c:v>4.99999</c:v>
                </c:pt>
                <c:pt idx="95">
                  <c:v>4.99999</c:v>
                </c:pt>
                <c:pt idx="96">
                  <c:v>4.99999</c:v>
                </c:pt>
                <c:pt idx="97">
                  <c:v>4.99999</c:v>
                </c:pt>
                <c:pt idx="98">
                  <c:v>4.99999</c:v>
                </c:pt>
                <c:pt idx="99">
                  <c:v>4.99999</c:v>
                </c:pt>
                <c:pt idx="100">
                  <c:v>4.99999</c:v>
                </c:pt>
                <c:pt idx="101">
                  <c:v>4.99999</c:v>
                </c:pt>
                <c:pt idx="102">
                  <c:v>4.99999</c:v>
                </c:pt>
                <c:pt idx="103">
                  <c:v>4.99999</c:v>
                </c:pt>
                <c:pt idx="104">
                  <c:v>4.99999</c:v>
                </c:pt>
                <c:pt idx="105">
                  <c:v>4.99999</c:v>
                </c:pt>
                <c:pt idx="106">
                  <c:v>4.99999</c:v>
                </c:pt>
                <c:pt idx="107">
                  <c:v>4.99999</c:v>
                </c:pt>
                <c:pt idx="108">
                  <c:v>4.99999</c:v>
                </c:pt>
                <c:pt idx="109">
                  <c:v>4.99999</c:v>
                </c:pt>
                <c:pt idx="110">
                  <c:v>4.99999</c:v>
                </c:pt>
                <c:pt idx="111">
                  <c:v>4.99999</c:v>
                </c:pt>
                <c:pt idx="112">
                  <c:v>4.99999</c:v>
                </c:pt>
                <c:pt idx="113">
                  <c:v>4.99999</c:v>
                </c:pt>
                <c:pt idx="114">
                  <c:v>4.99999</c:v>
                </c:pt>
                <c:pt idx="115">
                  <c:v>4.99999</c:v>
                </c:pt>
                <c:pt idx="116">
                  <c:v>4.99999</c:v>
                </c:pt>
                <c:pt idx="117">
                  <c:v>4.99999</c:v>
                </c:pt>
                <c:pt idx="118">
                  <c:v>4.99999</c:v>
                </c:pt>
                <c:pt idx="119">
                  <c:v>4.99999</c:v>
                </c:pt>
                <c:pt idx="120">
                  <c:v>4.99999</c:v>
                </c:pt>
                <c:pt idx="121">
                  <c:v>4.99999</c:v>
                </c:pt>
                <c:pt idx="122">
                  <c:v>4.99999</c:v>
                </c:pt>
                <c:pt idx="123">
                  <c:v>4.99999</c:v>
                </c:pt>
                <c:pt idx="124">
                  <c:v>4.99999</c:v>
                </c:pt>
                <c:pt idx="125">
                  <c:v>4.99999</c:v>
                </c:pt>
                <c:pt idx="126">
                  <c:v>4.99999</c:v>
                </c:pt>
                <c:pt idx="127">
                  <c:v>4.99999</c:v>
                </c:pt>
                <c:pt idx="128">
                  <c:v>4.99999</c:v>
                </c:pt>
                <c:pt idx="129">
                  <c:v>4.99999</c:v>
                </c:pt>
                <c:pt idx="130">
                  <c:v>4.99999</c:v>
                </c:pt>
                <c:pt idx="131">
                  <c:v>4.99999</c:v>
                </c:pt>
                <c:pt idx="132">
                  <c:v>4.99999</c:v>
                </c:pt>
                <c:pt idx="133">
                  <c:v>4.99999</c:v>
                </c:pt>
                <c:pt idx="134">
                  <c:v>4.99999</c:v>
                </c:pt>
                <c:pt idx="135">
                  <c:v>4.99999</c:v>
                </c:pt>
                <c:pt idx="136">
                  <c:v>4.99999</c:v>
                </c:pt>
                <c:pt idx="137">
                  <c:v>4.99999</c:v>
                </c:pt>
                <c:pt idx="138">
                  <c:v>4.99999</c:v>
                </c:pt>
                <c:pt idx="139">
                  <c:v>4.99999</c:v>
                </c:pt>
                <c:pt idx="140">
                  <c:v>4.99999</c:v>
                </c:pt>
                <c:pt idx="141">
                  <c:v>4.99999</c:v>
                </c:pt>
                <c:pt idx="142">
                  <c:v>4.99999</c:v>
                </c:pt>
                <c:pt idx="143">
                  <c:v>4.99999</c:v>
                </c:pt>
                <c:pt idx="144">
                  <c:v>4.99999</c:v>
                </c:pt>
                <c:pt idx="145">
                  <c:v>4.99999</c:v>
                </c:pt>
                <c:pt idx="146">
                  <c:v>4.99999</c:v>
                </c:pt>
                <c:pt idx="147">
                  <c:v>4.99999</c:v>
                </c:pt>
                <c:pt idx="148">
                  <c:v>4.99999</c:v>
                </c:pt>
                <c:pt idx="149">
                  <c:v>4.99999</c:v>
                </c:pt>
                <c:pt idx="150">
                  <c:v>4.99999</c:v>
                </c:pt>
                <c:pt idx="151">
                  <c:v>4.99999</c:v>
                </c:pt>
                <c:pt idx="152">
                  <c:v>4.99999</c:v>
                </c:pt>
                <c:pt idx="153">
                  <c:v>4.99999</c:v>
                </c:pt>
                <c:pt idx="154">
                  <c:v>4.99999</c:v>
                </c:pt>
                <c:pt idx="155">
                  <c:v>4.99999</c:v>
                </c:pt>
                <c:pt idx="156">
                  <c:v>4.99999</c:v>
                </c:pt>
                <c:pt idx="157">
                  <c:v>4.99999</c:v>
                </c:pt>
                <c:pt idx="158">
                  <c:v>4.99999</c:v>
                </c:pt>
                <c:pt idx="159">
                  <c:v>4.99999</c:v>
                </c:pt>
                <c:pt idx="160">
                  <c:v>4.99999</c:v>
                </c:pt>
                <c:pt idx="161">
                  <c:v>4.99999</c:v>
                </c:pt>
                <c:pt idx="162">
                  <c:v>4.99999</c:v>
                </c:pt>
                <c:pt idx="163">
                  <c:v>4.99999</c:v>
                </c:pt>
                <c:pt idx="164">
                  <c:v>4.99999</c:v>
                </c:pt>
                <c:pt idx="165">
                  <c:v>4.99999</c:v>
                </c:pt>
                <c:pt idx="166">
                  <c:v>4.99999</c:v>
                </c:pt>
                <c:pt idx="167">
                  <c:v>4.99999</c:v>
                </c:pt>
                <c:pt idx="168">
                  <c:v>4.99999</c:v>
                </c:pt>
                <c:pt idx="169">
                  <c:v>4.99999</c:v>
                </c:pt>
                <c:pt idx="170">
                  <c:v>4.99999</c:v>
                </c:pt>
                <c:pt idx="171">
                  <c:v>4.99999</c:v>
                </c:pt>
                <c:pt idx="172">
                  <c:v>4.99999</c:v>
                </c:pt>
                <c:pt idx="173">
                  <c:v>4.99999</c:v>
                </c:pt>
                <c:pt idx="174">
                  <c:v>4.99999</c:v>
                </c:pt>
                <c:pt idx="175">
                  <c:v>4.99999</c:v>
                </c:pt>
                <c:pt idx="176">
                  <c:v>4.99999</c:v>
                </c:pt>
                <c:pt idx="177">
                  <c:v>4.99999</c:v>
                </c:pt>
                <c:pt idx="178">
                  <c:v>4.99999</c:v>
                </c:pt>
                <c:pt idx="179">
                  <c:v>4.99999</c:v>
                </c:pt>
                <c:pt idx="180">
                  <c:v>4.99999</c:v>
                </c:pt>
                <c:pt idx="181">
                  <c:v>4.99999</c:v>
                </c:pt>
                <c:pt idx="182">
                  <c:v>4.99999</c:v>
                </c:pt>
                <c:pt idx="183">
                  <c:v>4.99999</c:v>
                </c:pt>
                <c:pt idx="184">
                  <c:v>4.99999</c:v>
                </c:pt>
                <c:pt idx="185">
                  <c:v>4.99999</c:v>
                </c:pt>
                <c:pt idx="186">
                  <c:v>4.99999</c:v>
                </c:pt>
                <c:pt idx="187">
                  <c:v>4.99999</c:v>
                </c:pt>
                <c:pt idx="188">
                  <c:v>4.99999</c:v>
                </c:pt>
                <c:pt idx="189">
                  <c:v>4.99999</c:v>
                </c:pt>
                <c:pt idx="190">
                  <c:v>4.99999</c:v>
                </c:pt>
                <c:pt idx="191">
                  <c:v>4.99999</c:v>
                </c:pt>
                <c:pt idx="192">
                  <c:v>4.99999</c:v>
                </c:pt>
                <c:pt idx="193">
                  <c:v>4.99999</c:v>
                </c:pt>
                <c:pt idx="194">
                  <c:v>4.99999</c:v>
                </c:pt>
                <c:pt idx="195">
                  <c:v>4.99999</c:v>
                </c:pt>
                <c:pt idx="196">
                  <c:v>4.99999</c:v>
                </c:pt>
                <c:pt idx="197">
                  <c:v>4.99999</c:v>
                </c:pt>
                <c:pt idx="198">
                  <c:v>4.99999</c:v>
                </c:pt>
                <c:pt idx="199">
                  <c:v>4.99999</c:v>
                </c:pt>
                <c:pt idx="200">
                  <c:v>4.99999</c:v>
                </c:pt>
                <c:pt idx="201">
                  <c:v>4.99999</c:v>
                </c:pt>
                <c:pt idx="202">
                  <c:v>4.99999</c:v>
                </c:pt>
                <c:pt idx="203">
                  <c:v>4.99999</c:v>
                </c:pt>
                <c:pt idx="204">
                  <c:v>4.99999</c:v>
                </c:pt>
                <c:pt idx="205">
                  <c:v>4.99999</c:v>
                </c:pt>
                <c:pt idx="206">
                  <c:v>4.99999</c:v>
                </c:pt>
                <c:pt idx="207">
                  <c:v>4.99999</c:v>
                </c:pt>
                <c:pt idx="208">
                  <c:v>4.99999</c:v>
                </c:pt>
                <c:pt idx="209">
                  <c:v>4.99999</c:v>
                </c:pt>
                <c:pt idx="210">
                  <c:v>4.99999</c:v>
                </c:pt>
                <c:pt idx="211">
                  <c:v>4.99999</c:v>
                </c:pt>
                <c:pt idx="212">
                  <c:v>4.99999</c:v>
                </c:pt>
                <c:pt idx="213">
                  <c:v>4.99999</c:v>
                </c:pt>
                <c:pt idx="214">
                  <c:v>4.99999</c:v>
                </c:pt>
                <c:pt idx="215">
                  <c:v>4.99999</c:v>
                </c:pt>
                <c:pt idx="216">
                  <c:v>4.99999</c:v>
                </c:pt>
                <c:pt idx="217">
                  <c:v>4.99999</c:v>
                </c:pt>
                <c:pt idx="218">
                  <c:v>4.99999</c:v>
                </c:pt>
                <c:pt idx="219">
                  <c:v>4.99999</c:v>
                </c:pt>
                <c:pt idx="220">
                  <c:v>4.99999</c:v>
                </c:pt>
                <c:pt idx="221">
                  <c:v>4.99999</c:v>
                </c:pt>
                <c:pt idx="222">
                  <c:v>4.99999</c:v>
                </c:pt>
                <c:pt idx="223">
                  <c:v>4.99999</c:v>
                </c:pt>
                <c:pt idx="224">
                  <c:v>4.99999</c:v>
                </c:pt>
                <c:pt idx="225">
                  <c:v>4.99999</c:v>
                </c:pt>
                <c:pt idx="226">
                  <c:v>4.99999</c:v>
                </c:pt>
                <c:pt idx="227">
                  <c:v>4.99999</c:v>
                </c:pt>
                <c:pt idx="228">
                  <c:v>4.99999</c:v>
                </c:pt>
                <c:pt idx="229">
                  <c:v>4.99999</c:v>
                </c:pt>
                <c:pt idx="230">
                  <c:v>4.99999</c:v>
                </c:pt>
                <c:pt idx="231">
                  <c:v>4.99999</c:v>
                </c:pt>
                <c:pt idx="232">
                  <c:v>4.99999</c:v>
                </c:pt>
                <c:pt idx="233">
                  <c:v>4.99999</c:v>
                </c:pt>
                <c:pt idx="234">
                  <c:v>4.99999</c:v>
                </c:pt>
                <c:pt idx="235">
                  <c:v>4.99999</c:v>
                </c:pt>
                <c:pt idx="236">
                  <c:v>4.99999</c:v>
                </c:pt>
                <c:pt idx="237">
                  <c:v>4.99999</c:v>
                </c:pt>
                <c:pt idx="238">
                  <c:v>4.99999</c:v>
                </c:pt>
                <c:pt idx="239">
                  <c:v>4.99999</c:v>
                </c:pt>
                <c:pt idx="240">
                  <c:v>4.99999</c:v>
                </c:pt>
                <c:pt idx="241">
                  <c:v>4.99999</c:v>
                </c:pt>
                <c:pt idx="242">
                  <c:v>4.99999</c:v>
                </c:pt>
                <c:pt idx="243">
                  <c:v>4.99999</c:v>
                </c:pt>
                <c:pt idx="244">
                  <c:v>4.99999</c:v>
                </c:pt>
                <c:pt idx="245">
                  <c:v>4.99999</c:v>
                </c:pt>
                <c:pt idx="246">
                  <c:v>4.99999</c:v>
                </c:pt>
                <c:pt idx="247">
                  <c:v>4.99999</c:v>
                </c:pt>
                <c:pt idx="248">
                  <c:v>4.99999</c:v>
                </c:pt>
                <c:pt idx="249">
                  <c:v>4.99999</c:v>
                </c:pt>
                <c:pt idx="250">
                  <c:v>4.99999</c:v>
                </c:pt>
                <c:pt idx="251">
                  <c:v>4.99999</c:v>
                </c:pt>
                <c:pt idx="252">
                  <c:v>4.99999</c:v>
                </c:pt>
                <c:pt idx="253">
                  <c:v>4.99999</c:v>
                </c:pt>
                <c:pt idx="254">
                  <c:v>4.99999</c:v>
                </c:pt>
                <c:pt idx="255">
                  <c:v>4.99999</c:v>
                </c:pt>
                <c:pt idx="256">
                  <c:v>4.99999</c:v>
                </c:pt>
                <c:pt idx="257">
                  <c:v>4.99999</c:v>
                </c:pt>
                <c:pt idx="258">
                  <c:v>4.99999</c:v>
                </c:pt>
                <c:pt idx="259">
                  <c:v>4.99999</c:v>
                </c:pt>
                <c:pt idx="260">
                  <c:v>4.99999</c:v>
                </c:pt>
                <c:pt idx="261">
                  <c:v>4.99999</c:v>
                </c:pt>
                <c:pt idx="262">
                  <c:v>4.99999</c:v>
                </c:pt>
                <c:pt idx="263">
                  <c:v>4.99999</c:v>
                </c:pt>
                <c:pt idx="264">
                  <c:v>0.999977</c:v>
                </c:pt>
                <c:pt idx="265">
                  <c:v>0.999998</c:v>
                </c:pt>
                <c:pt idx="266">
                  <c:v>0.999998</c:v>
                </c:pt>
                <c:pt idx="267">
                  <c:v>0.999998</c:v>
                </c:pt>
                <c:pt idx="268">
                  <c:v>0.999998</c:v>
                </c:pt>
                <c:pt idx="269">
                  <c:v>0.999998</c:v>
                </c:pt>
                <c:pt idx="270">
                  <c:v>0.999998</c:v>
                </c:pt>
                <c:pt idx="271">
                  <c:v>0.999998</c:v>
                </c:pt>
                <c:pt idx="272">
                  <c:v>0.999998</c:v>
                </c:pt>
                <c:pt idx="273">
                  <c:v>0.999998</c:v>
                </c:pt>
                <c:pt idx="274">
                  <c:v>0.999998</c:v>
                </c:pt>
                <c:pt idx="275">
                  <c:v>0.999998</c:v>
                </c:pt>
                <c:pt idx="276">
                  <c:v>0.999998</c:v>
                </c:pt>
                <c:pt idx="277">
                  <c:v>0.999998</c:v>
                </c:pt>
                <c:pt idx="278">
                  <c:v>0.999998</c:v>
                </c:pt>
                <c:pt idx="279">
                  <c:v>0.999998</c:v>
                </c:pt>
                <c:pt idx="280">
                  <c:v>0.999998</c:v>
                </c:pt>
                <c:pt idx="281">
                  <c:v>0.999998</c:v>
                </c:pt>
                <c:pt idx="282">
                  <c:v>0.999998</c:v>
                </c:pt>
                <c:pt idx="283">
                  <c:v>0.999998</c:v>
                </c:pt>
                <c:pt idx="284">
                  <c:v>0.999998</c:v>
                </c:pt>
                <c:pt idx="285">
                  <c:v>0.999998</c:v>
                </c:pt>
                <c:pt idx="286">
                  <c:v>0.999998</c:v>
                </c:pt>
                <c:pt idx="287">
                  <c:v>0.999998</c:v>
                </c:pt>
                <c:pt idx="288">
                  <c:v>0.999998</c:v>
                </c:pt>
                <c:pt idx="289">
                  <c:v>0.999998</c:v>
                </c:pt>
                <c:pt idx="290">
                  <c:v>0.999998</c:v>
                </c:pt>
                <c:pt idx="291">
                  <c:v>0.999998</c:v>
                </c:pt>
                <c:pt idx="292">
                  <c:v>0.999998</c:v>
                </c:pt>
                <c:pt idx="293">
                  <c:v>0.999998</c:v>
                </c:pt>
                <c:pt idx="294">
                  <c:v>0.999998</c:v>
                </c:pt>
                <c:pt idx="295">
                  <c:v>0.999998</c:v>
                </c:pt>
                <c:pt idx="296">
                  <c:v>0.999998</c:v>
                </c:pt>
                <c:pt idx="297">
                  <c:v>0.999998</c:v>
                </c:pt>
                <c:pt idx="298">
                  <c:v>0.999998</c:v>
                </c:pt>
                <c:pt idx="299">
                  <c:v>0.999998</c:v>
                </c:pt>
              </c:numCache>
            </c:numRef>
          </c:yVal>
        </c:ser>
        <c:ser>
          <c:idx val="1"/>
          <c:order val="1"/>
          <c:tx>
            <c:v>Lead B COM</c:v>
          </c:tx>
          <c:spPr>
            <a:ln xmlns:a="http://schemas.openxmlformats.org/drawingml/2006/main" w="19050">
              <a:solidFill>
                <a:srgbClr val="D27937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Data'!$C$2:$C$301</c:f>
              <c:numCache>
                <c:formatCode>General</c:formatCode>
                <c:ptCount val="300"/>
                <c:pt idx="0">
                  <c:v>0</c:v>
                </c:pt>
                <c:pt idx="1">
                  <c:v>0.03731</c:v>
                </c:pt>
                <c:pt idx="2">
                  <c:v>0.09031</c:v>
                </c:pt>
                <c:pt idx="3">
                  <c:v>0.14431</c:v>
                </c:pt>
                <c:pt idx="4">
                  <c:v>0.19731</c:v>
                </c:pt>
                <c:pt idx="5">
                  <c:v>0.25131</c:v>
                </c:pt>
                <c:pt idx="6">
                  <c:v>0.30531</c:v>
                </c:pt>
                <c:pt idx="7">
                  <c:v>0.35831</c:v>
                </c:pt>
                <c:pt idx="8">
                  <c:v>0.41231</c:v>
                </c:pt>
                <c:pt idx="9">
                  <c:v>0.46531</c:v>
                </c:pt>
                <c:pt idx="10">
                  <c:v>0.51931</c:v>
                </c:pt>
                <c:pt idx="11">
                  <c:v>0.57331</c:v>
                </c:pt>
                <c:pt idx="12">
                  <c:v>0.62631</c:v>
                </c:pt>
                <c:pt idx="13">
                  <c:v>0.68031</c:v>
                </c:pt>
                <c:pt idx="14">
                  <c:v>0.73431</c:v>
                </c:pt>
                <c:pt idx="15">
                  <c:v>0.78731</c:v>
                </c:pt>
                <c:pt idx="16">
                  <c:v>0.84131</c:v>
                </c:pt>
                <c:pt idx="17">
                  <c:v>0.89431</c:v>
                </c:pt>
                <c:pt idx="18">
                  <c:v>0.94831</c:v>
                </c:pt>
                <c:pt idx="19">
                  <c:v>1.0003</c:v>
                </c:pt>
                <c:pt idx="20">
                  <c:v>1.0525</c:v>
                </c:pt>
                <c:pt idx="21">
                  <c:v>1.1065</c:v>
                </c:pt>
                <c:pt idx="22">
                  <c:v>1.1595</c:v>
                </c:pt>
                <c:pt idx="23">
                  <c:v>1.2105</c:v>
                </c:pt>
                <c:pt idx="24">
                  <c:v>1.2645</c:v>
                </c:pt>
                <c:pt idx="25">
                  <c:v>1.3175</c:v>
                </c:pt>
                <c:pt idx="26">
                  <c:v>1.3715</c:v>
                </c:pt>
                <c:pt idx="27">
                  <c:v>1.4245</c:v>
                </c:pt>
                <c:pt idx="28">
                  <c:v>1.4785</c:v>
                </c:pt>
                <c:pt idx="29">
                  <c:v>1.5325</c:v>
                </c:pt>
                <c:pt idx="30">
                  <c:v>1.5855</c:v>
                </c:pt>
                <c:pt idx="31">
                  <c:v>1.6395</c:v>
                </c:pt>
                <c:pt idx="32">
                  <c:v>1.6925</c:v>
                </c:pt>
                <c:pt idx="33">
                  <c:v>1.7465</c:v>
                </c:pt>
                <c:pt idx="34">
                  <c:v>1.8005</c:v>
                </c:pt>
                <c:pt idx="35">
                  <c:v>1.8535</c:v>
                </c:pt>
                <c:pt idx="36">
                  <c:v>1.9075</c:v>
                </c:pt>
                <c:pt idx="37">
                  <c:v>1.9615</c:v>
                </c:pt>
                <c:pt idx="38">
                  <c:v>2.0145</c:v>
                </c:pt>
                <c:pt idx="39">
                  <c:v>2.0685</c:v>
                </c:pt>
                <c:pt idx="40">
                  <c:v>2.1215</c:v>
                </c:pt>
                <c:pt idx="41">
                  <c:v>2.1755</c:v>
                </c:pt>
                <c:pt idx="42">
                  <c:v>2.2295</c:v>
                </c:pt>
                <c:pt idx="43">
                  <c:v>2.2825</c:v>
                </c:pt>
                <c:pt idx="44">
                  <c:v>2.3365</c:v>
                </c:pt>
                <c:pt idx="45">
                  <c:v>2.3895</c:v>
                </c:pt>
                <c:pt idx="46">
                  <c:v>2.4435</c:v>
                </c:pt>
                <c:pt idx="47">
                  <c:v>2.4975</c:v>
                </c:pt>
                <c:pt idx="48">
                  <c:v>2.5505</c:v>
                </c:pt>
                <c:pt idx="49">
                  <c:v>2.6045</c:v>
                </c:pt>
                <c:pt idx="50">
                  <c:v>2.6575</c:v>
                </c:pt>
                <c:pt idx="51">
                  <c:v>2.7115</c:v>
                </c:pt>
                <c:pt idx="52">
                  <c:v>2.7655</c:v>
                </c:pt>
                <c:pt idx="53">
                  <c:v>2.8185</c:v>
                </c:pt>
                <c:pt idx="54">
                  <c:v>2.8725</c:v>
                </c:pt>
                <c:pt idx="55">
                  <c:v>2.9255</c:v>
                </c:pt>
                <c:pt idx="56">
                  <c:v>2.9795</c:v>
                </c:pt>
                <c:pt idx="57">
                  <c:v>3.0335</c:v>
                </c:pt>
                <c:pt idx="58">
                  <c:v>3.0865</c:v>
                </c:pt>
                <c:pt idx="59">
                  <c:v>3.1405</c:v>
                </c:pt>
                <c:pt idx="60">
                  <c:v>3.1945</c:v>
                </c:pt>
                <c:pt idx="61">
                  <c:v>3.2475</c:v>
                </c:pt>
                <c:pt idx="62">
                  <c:v>3.3015</c:v>
                </c:pt>
                <c:pt idx="63">
                  <c:v>3.3545</c:v>
                </c:pt>
                <c:pt idx="64">
                  <c:v>3.4085</c:v>
                </c:pt>
                <c:pt idx="65">
                  <c:v>3.4625</c:v>
                </c:pt>
                <c:pt idx="66">
                  <c:v>3.5155</c:v>
                </c:pt>
                <c:pt idx="67">
                  <c:v>3.5695</c:v>
                </c:pt>
                <c:pt idx="68">
                  <c:v>3.6225</c:v>
                </c:pt>
                <c:pt idx="69">
                  <c:v>3.6765</c:v>
                </c:pt>
                <c:pt idx="70">
                  <c:v>3.7305</c:v>
                </c:pt>
                <c:pt idx="71">
                  <c:v>3.7835</c:v>
                </c:pt>
                <c:pt idx="72">
                  <c:v>3.8375</c:v>
                </c:pt>
                <c:pt idx="73">
                  <c:v>3.8905</c:v>
                </c:pt>
                <c:pt idx="74">
                  <c:v>3.9445</c:v>
                </c:pt>
                <c:pt idx="75">
                  <c:v>3.9985</c:v>
                </c:pt>
                <c:pt idx="76">
                  <c:v>4.0515</c:v>
                </c:pt>
                <c:pt idx="77">
                  <c:v>4.1055</c:v>
                </c:pt>
                <c:pt idx="78">
                  <c:v>4.1585</c:v>
                </c:pt>
                <c:pt idx="79">
                  <c:v>4.2125</c:v>
                </c:pt>
                <c:pt idx="80">
                  <c:v>4.2665</c:v>
                </c:pt>
                <c:pt idx="81">
                  <c:v>4.3195</c:v>
                </c:pt>
                <c:pt idx="82">
                  <c:v>4.3735</c:v>
                </c:pt>
                <c:pt idx="83">
                  <c:v>4.4275</c:v>
                </c:pt>
                <c:pt idx="84">
                  <c:v>4.4805</c:v>
                </c:pt>
                <c:pt idx="85">
                  <c:v>4.5345</c:v>
                </c:pt>
                <c:pt idx="86">
                  <c:v>4.5875</c:v>
                </c:pt>
                <c:pt idx="87">
                  <c:v>4.6415</c:v>
                </c:pt>
                <c:pt idx="88">
                  <c:v>4.6955</c:v>
                </c:pt>
                <c:pt idx="89">
                  <c:v>4.7485</c:v>
                </c:pt>
                <c:pt idx="90">
                  <c:v>4.8025</c:v>
                </c:pt>
                <c:pt idx="91">
                  <c:v>4.8555</c:v>
                </c:pt>
                <c:pt idx="92">
                  <c:v>4.9095</c:v>
                </c:pt>
                <c:pt idx="93">
                  <c:v>4.9635</c:v>
                </c:pt>
                <c:pt idx="94">
                  <c:v>5.0165</c:v>
                </c:pt>
                <c:pt idx="95">
                  <c:v>5.0705</c:v>
                </c:pt>
                <c:pt idx="96">
                  <c:v>5.1235</c:v>
                </c:pt>
                <c:pt idx="97">
                  <c:v>5.1775</c:v>
                </c:pt>
                <c:pt idx="98">
                  <c:v>5.2315</c:v>
                </c:pt>
                <c:pt idx="99">
                  <c:v>5.2845</c:v>
                </c:pt>
                <c:pt idx="100">
                  <c:v>5.3385</c:v>
                </c:pt>
                <c:pt idx="101">
                  <c:v>5.3915</c:v>
                </c:pt>
                <c:pt idx="102">
                  <c:v>5.4455</c:v>
                </c:pt>
                <c:pt idx="103">
                  <c:v>5.4995</c:v>
                </c:pt>
                <c:pt idx="104">
                  <c:v>5.5525</c:v>
                </c:pt>
                <c:pt idx="105">
                  <c:v>5.6065</c:v>
                </c:pt>
                <c:pt idx="106">
                  <c:v>5.6605</c:v>
                </c:pt>
                <c:pt idx="107">
                  <c:v>5.7135</c:v>
                </c:pt>
                <c:pt idx="108">
                  <c:v>5.7675</c:v>
                </c:pt>
                <c:pt idx="109">
                  <c:v>5.8205</c:v>
                </c:pt>
                <c:pt idx="110">
                  <c:v>5.8745</c:v>
                </c:pt>
                <c:pt idx="111">
                  <c:v>5.9285</c:v>
                </c:pt>
                <c:pt idx="112">
                  <c:v>5.9815</c:v>
                </c:pt>
                <c:pt idx="113">
                  <c:v>6.0355</c:v>
                </c:pt>
                <c:pt idx="114">
                  <c:v>6.0885</c:v>
                </c:pt>
                <c:pt idx="115">
                  <c:v>6.1425</c:v>
                </c:pt>
                <c:pt idx="116">
                  <c:v>6.1965</c:v>
                </c:pt>
                <c:pt idx="117">
                  <c:v>6.2495</c:v>
                </c:pt>
                <c:pt idx="118">
                  <c:v>6.3035</c:v>
                </c:pt>
                <c:pt idx="119">
                  <c:v>6.3565</c:v>
                </c:pt>
                <c:pt idx="120">
                  <c:v>6.4105</c:v>
                </c:pt>
                <c:pt idx="121">
                  <c:v>6.4645</c:v>
                </c:pt>
                <c:pt idx="122">
                  <c:v>6.5175</c:v>
                </c:pt>
                <c:pt idx="123">
                  <c:v>6.5715</c:v>
                </c:pt>
                <c:pt idx="124">
                  <c:v>6.6245</c:v>
                </c:pt>
                <c:pt idx="125">
                  <c:v>6.6785</c:v>
                </c:pt>
                <c:pt idx="126">
                  <c:v>6.7325</c:v>
                </c:pt>
                <c:pt idx="127">
                  <c:v>6.7855</c:v>
                </c:pt>
                <c:pt idx="128">
                  <c:v>6.8395</c:v>
                </c:pt>
                <c:pt idx="129">
                  <c:v>6.8935</c:v>
                </c:pt>
                <c:pt idx="130">
                  <c:v>6.9465</c:v>
                </c:pt>
                <c:pt idx="131">
                  <c:v>7.0005</c:v>
                </c:pt>
                <c:pt idx="132">
                  <c:v>7.0535</c:v>
                </c:pt>
                <c:pt idx="133">
                  <c:v>7.1075</c:v>
                </c:pt>
                <c:pt idx="134">
                  <c:v>7.1615</c:v>
                </c:pt>
                <c:pt idx="135">
                  <c:v>7.2145</c:v>
                </c:pt>
                <c:pt idx="136">
                  <c:v>7.2685</c:v>
                </c:pt>
                <c:pt idx="137">
                  <c:v>7.3215</c:v>
                </c:pt>
                <c:pt idx="138">
                  <c:v>7.3755</c:v>
                </c:pt>
                <c:pt idx="139">
                  <c:v>7.4295</c:v>
                </c:pt>
                <c:pt idx="140">
                  <c:v>7.4825</c:v>
                </c:pt>
                <c:pt idx="141">
                  <c:v>7.5365</c:v>
                </c:pt>
                <c:pt idx="142">
                  <c:v>7.5895</c:v>
                </c:pt>
                <c:pt idx="143">
                  <c:v>7.6435</c:v>
                </c:pt>
                <c:pt idx="144">
                  <c:v>7.6975</c:v>
                </c:pt>
                <c:pt idx="145">
                  <c:v>7.7505</c:v>
                </c:pt>
                <c:pt idx="146">
                  <c:v>7.8045</c:v>
                </c:pt>
                <c:pt idx="147">
                  <c:v>7.8575</c:v>
                </c:pt>
                <c:pt idx="148">
                  <c:v>7.9115</c:v>
                </c:pt>
                <c:pt idx="149">
                  <c:v>7.9655</c:v>
                </c:pt>
                <c:pt idx="150">
                  <c:v>8.0185</c:v>
                </c:pt>
                <c:pt idx="151">
                  <c:v>8.0725</c:v>
                </c:pt>
                <c:pt idx="152">
                  <c:v>8.1265</c:v>
                </c:pt>
                <c:pt idx="153">
                  <c:v>8.1795</c:v>
                </c:pt>
                <c:pt idx="154">
                  <c:v>8.2335</c:v>
                </c:pt>
                <c:pt idx="155">
                  <c:v>8.2865</c:v>
                </c:pt>
                <c:pt idx="156">
                  <c:v>8.3405</c:v>
                </c:pt>
                <c:pt idx="157">
                  <c:v>8.3945</c:v>
                </c:pt>
                <c:pt idx="158">
                  <c:v>8.4475</c:v>
                </c:pt>
                <c:pt idx="159">
                  <c:v>8.5015</c:v>
                </c:pt>
                <c:pt idx="160">
                  <c:v>8.5545</c:v>
                </c:pt>
                <c:pt idx="161">
                  <c:v>8.6085</c:v>
                </c:pt>
                <c:pt idx="162">
                  <c:v>8.6625</c:v>
                </c:pt>
                <c:pt idx="163">
                  <c:v>8.7155</c:v>
                </c:pt>
                <c:pt idx="164">
                  <c:v>8.7695</c:v>
                </c:pt>
                <c:pt idx="165">
                  <c:v>8.8225</c:v>
                </c:pt>
                <c:pt idx="166">
                  <c:v>8.8765</c:v>
                </c:pt>
                <c:pt idx="167">
                  <c:v>8.9305</c:v>
                </c:pt>
                <c:pt idx="168">
                  <c:v>8.9835</c:v>
                </c:pt>
                <c:pt idx="169">
                  <c:v>9.0375</c:v>
                </c:pt>
                <c:pt idx="170">
                  <c:v>9.0905</c:v>
                </c:pt>
                <c:pt idx="171">
                  <c:v>9.1445</c:v>
                </c:pt>
                <c:pt idx="172">
                  <c:v>9.1985</c:v>
                </c:pt>
                <c:pt idx="173">
                  <c:v>9.2515</c:v>
                </c:pt>
                <c:pt idx="174">
                  <c:v>9.3055</c:v>
                </c:pt>
                <c:pt idx="175">
                  <c:v>9.3595</c:v>
                </c:pt>
                <c:pt idx="176">
                  <c:v>9.4125</c:v>
                </c:pt>
                <c:pt idx="177">
                  <c:v>9.4665</c:v>
                </c:pt>
                <c:pt idx="178">
                  <c:v>9.5195</c:v>
                </c:pt>
                <c:pt idx="179">
                  <c:v>9.5735</c:v>
                </c:pt>
                <c:pt idx="180">
                  <c:v>9.6275</c:v>
                </c:pt>
                <c:pt idx="181">
                  <c:v>9.6805</c:v>
                </c:pt>
                <c:pt idx="182">
                  <c:v>9.7345</c:v>
                </c:pt>
                <c:pt idx="183">
                  <c:v>9.7875</c:v>
                </c:pt>
                <c:pt idx="184">
                  <c:v>9.8415</c:v>
                </c:pt>
                <c:pt idx="185">
                  <c:v>9.8955</c:v>
                </c:pt>
                <c:pt idx="186">
                  <c:v>9.9485</c:v>
                </c:pt>
                <c:pt idx="187">
                  <c:v>10.0025</c:v>
                </c:pt>
                <c:pt idx="188">
                  <c:v>10.0555</c:v>
                </c:pt>
                <c:pt idx="189">
                  <c:v>10.1095</c:v>
                </c:pt>
                <c:pt idx="190">
                  <c:v>10.1635</c:v>
                </c:pt>
                <c:pt idx="191">
                  <c:v>10.2165</c:v>
                </c:pt>
                <c:pt idx="192">
                  <c:v>10.2705</c:v>
                </c:pt>
                <c:pt idx="193">
                  <c:v>10.3235</c:v>
                </c:pt>
                <c:pt idx="194">
                  <c:v>10.3775</c:v>
                </c:pt>
                <c:pt idx="195">
                  <c:v>10.4315</c:v>
                </c:pt>
                <c:pt idx="196">
                  <c:v>10.4845</c:v>
                </c:pt>
                <c:pt idx="197">
                  <c:v>10.5385</c:v>
                </c:pt>
                <c:pt idx="198">
                  <c:v>10.5925</c:v>
                </c:pt>
                <c:pt idx="199">
                  <c:v>10.6455</c:v>
                </c:pt>
                <c:pt idx="200">
                  <c:v>10.6995</c:v>
                </c:pt>
                <c:pt idx="201">
                  <c:v>10.7525</c:v>
                </c:pt>
                <c:pt idx="202">
                  <c:v>10.8065</c:v>
                </c:pt>
                <c:pt idx="203">
                  <c:v>10.8605</c:v>
                </c:pt>
                <c:pt idx="204">
                  <c:v>10.9135</c:v>
                </c:pt>
                <c:pt idx="205">
                  <c:v>10.9675</c:v>
                </c:pt>
                <c:pt idx="206">
                  <c:v>11.0205</c:v>
                </c:pt>
                <c:pt idx="207">
                  <c:v>11.0745</c:v>
                </c:pt>
                <c:pt idx="208">
                  <c:v>11.1285</c:v>
                </c:pt>
                <c:pt idx="209">
                  <c:v>11.1815</c:v>
                </c:pt>
                <c:pt idx="210">
                  <c:v>11.2355</c:v>
                </c:pt>
                <c:pt idx="211">
                  <c:v>11.2885</c:v>
                </c:pt>
                <c:pt idx="212">
                  <c:v>11.3425</c:v>
                </c:pt>
                <c:pt idx="213">
                  <c:v>11.3965</c:v>
                </c:pt>
                <c:pt idx="214">
                  <c:v>11.4495</c:v>
                </c:pt>
                <c:pt idx="215">
                  <c:v>11.5035</c:v>
                </c:pt>
                <c:pt idx="216">
                  <c:v>11.5565</c:v>
                </c:pt>
                <c:pt idx="217">
                  <c:v>11.6105</c:v>
                </c:pt>
                <c:pt idx="218">
                  <c:v>11.6645</c:v>
                </c:pt>
                <c:pt idx="219">
                  <c:v>11.7175</c:v>
                </c:pt>
                <c:pt idx="220">
                  <c:v>11.7715</c:v>
                </c:pt>
                <c:pt idx="221">
                  <c:v>11.8255</c:v>
                </c:pt>
                <c:pt idx="222">
                  <c:v>11.8785</c:v>
                </c:pt>
                <c:pt idx="223">
                  <c:v>11.9325</c:v>
                </c:pt>
                <c:pt idx="224">
                  <c:v>11.9855</c:v>
                </c:pt>
                <c:pt idx="225">
                  <c:v>12.0395</c:v>
                </c:pt>
                <c:pt idx="226">
                  <c:v>12.0935</c:v>
                </c:pt>
                <c:pt idx="227">
                  <c:v>12.1465</c:v>
                </c:pt>
                <c:pt idx="228">
                  <c:v>12.2005</c:v>
                </c:pt>
                <c:pt idx="229">
                  <c:v>12.2535</c:v>
                </c:pt>
                <c:pt idx="230">
                  <c:v>12.3075</c:v>
                </c:pt>
                <c:pt idx="231">
                  <c:v>12.3615</c:v>
                </c:pt>
                <c:pt idx="232">
                  <c:v>12.4145</c:v>
                </c:pt>
                <c:pt idx="233">
                  <c:v>12.4685</c:v>
                </c:pt>
                <c:pt idx="234">
                  <c:v>12.5215</c:v>
                </c:pt>
                <c:pt idx="235">
                  <c:v>12.5755</c:v>
                </c:pt>
                <c:pt idx="236">
                  <c:v>12.6295</c:v>
                </c:pt>
                <c:pt idx="237">
                  <c:v>12.6825</c:v>
                </c:pt>
                <c:pt idx="238">
                  <c:v>12.7365</c:v>
                </c:pt>
                <c:pt idx="239">
                  <c:v>12.7895</c:v>
                </c:pt>
                <c:pt idx="240">
                  <c:v>12.8435</c:v>
                </c:pt>
                <c:pt idx="241">
                  <c:v>12.8975</c:v>
                </c:pt>
                <c:pt idx="242">
                  <c:v>12.9505</c:v>
                </c:pt>
                <c:pt idx="243">
                  <c:v>13.0045</c:v>
                </c:pt>
                <c:pt idx="244">
                  <c:v>13.0585</c:v>
                </c:pt>
                <c:pt idx="245">
                  <c:v>13.1115</c:v>
                </c:pt>
                <c:pt idx="246">
                  <c:v>13.1655</c:v>
                </c:pt>
                <c:pt idx="247">
                  <c:v>13.2185</c:v>
                </c:pt>
                <c:pt idx="248">
                  <c:v>13.2725</c:v>
                </c:pt>
                <c:pt idx="249">
                  <c:v>13.3265</c:v>
                </c:pt>
                <c:pt idx="250">
                  <c:v>13.3795</c:v>
                </c:pt>
                <c:pt idx="251">
                  <c:v>13.4335</c:v>
                </c:pt>
                <c:pt idx="252">
                  <c:v>13.4865</c:v>
                </c:pt>
                <c:pt idx="253">
                  <c:v>13.5405</c:v>
                </c:pt>
                <c:pt idx="254">
                  <c:v>13.5945</c:v>
                </c:pt>
                <c:pt idx="255">
                  <c:v>13.6475</c:v>
                </c:pt>
                <c:pt idx="256">
                  <c:v>13.7015</c:v>
                </c:pt>
                <c:pt idx="257">
                  <c:v>13.7545</c:v>
                </c:pt>
                <c:pt idx="258">
                  <c:v>13.8085</c:v>
                </c:pt>
                <c:pt idx="259">
                  <c:v>13.8625</c:v>
                </c:pt>
                <c:pt idx="260">
                  <c:v>13.9155</c:v>
                </c:pt>
                <c:pt idx="261">
                  <c:v>13.9695</c:v>
                </c:pt>
                <c:pt idx="262">
                  <c:v>14.0195</c:v>
                </c:pt>
                <c:pt idx="263">
                  <c:v>14.0735</c:v>
                </c:pt>
                <c:pt idx="264">
                  <c:v>14.1275</c:v>
                </c:pt>
                <c:pt idx="265">
                  <c:v>14.1805</c:v>
                </c:pt>
                <c:pt idx="266">
                  <c:v>14.2315</c:v>
                </c:pt>
                <c:pt idx="267">
                  <c:v>14.2855</c:v>
                </c:pt>
                <c:pt idx="268">
                  <c:v>14.3385</c:v>
                </c:pt>
                <c:pt idx="269">
                  <c:v>14.3925</c:v>
                </c:pt>
                <c:pt idx="270">
                  <c:v>14.4455</c:v>
                </c:pt>
                <c:pt idx="271">
                  <c:v>14.4995</c:v>
                </c:pt>
                <c:pt idx="272">
                  <c:v>14.5535</c:v>
                </c:pt>
                <c:pt idx="273">
                  <c:v>14.6065</c:v>
                </c:pt>
                <c:pt idx="274">
                  <c:v>14.6605</c:v>
                </c:pt>
                <c:pt idx="275">
                  <c:v>14.7135</c:v>
                </c:pt>
                <c:pt idx="276">
                  <c:v>14.7675</c:v>
                </c:pt>
                <c:pt idx="277">
                  <c:v>14.8215</c:v>
                </c:pt>
                <c:pt idx="278">
                  <c:v>14.8745</c:v>
                </c:pt>
                <c:pt idx="279">
                  <c:v>14.9285</c:v>
                </c:pt>
                <c:pt idx="280">
                  <c:v>14.9815</c:v>
                </c:pt>
                <c:pt idx="281">
                  <c:v>15.0355</c:v>
                </c:pt>
                <c:pt idx="282">
                  <c:v>15.0895</c:v>
                </c:pt>
                <c:pt idx="283">
                  <c:v>15.1425</c:v>
                </c:pt>
                <c:pt idx="284">
                  <c:v>15.1965</c:v>
                </c:pt>
                <c:pt idx="285">
                  <c:v>15.2495</c:v>
                </c:pt>
                <c:pt idx="286">
                  <c:v>15.3035</c:v>
                </c:pt>
                <c:pt idx="287">
                  <c:v>15.3575</c:v>
                </c:pt>
                <c:pt idx="288">
                  <c:v>15.4105</c:v>
                </c:pt>
                <c:pt idx="289">
                  <c:v>15.4645</c:v>
                </c:pt>
                <c:pt idx="290">
                  <c:v>15.5185</c:v>
                </c:pt>
                <c:pt idx="291">
                  <c:v>15.5715</c:v>
                </c:pt>
                <c:pt idx="292">
                  <c:v>15.6255</c:v>
                </c:pt>
                <c:pt idx="293">
                  <c:v>15.6785</c:v>
                </c:pt>
                <c:pt idx="294">
                  <c:v>15.7325</c:v>
                </c:pt>
                <c:pt idx="295">
                  <c:v>15.7865</c:v>
                </c:pt>
                <c:pt idx="296">
                  <c:v>15.8395</c:v>
                </c:pt>
                <c:pt idx="297">
                  <c:v>15.8935</c:v>
                </c:pt>
                <c:pt idx="298">
                  <c:v>15.9465</c:v>
                </c:pt>
                <c:pt idx="299">
                  <c:v>16</c:v>
                </c:pt>
              </c:numCache>
            </c:numRef>
          </c:xVal>
          <c:yVal>
            <c:numRef>
              <c:f>'Chart Data'!$D$2:$D$301</c:f>
              <c:numCache>
                <c:formatCode>0.##</c:formatCode>
                <c:ptCount val="300"/>
                <c:pt idx="0">
                  <c:v>1.999996</c:v>
                </c:pt>
                <c:pt idx="1">
                  <c:v>1.999996</c:v>
                </c:pt>
                <c:pt idx="2">
                  <c:v>1.999996</c:v>
                </c:pt>
                <c:pt idx="3">
                  <c:v>1.999996</c:v>
                </c:pt>
                <c:pt idx="4">
                  <c:v>1.999996</c:v>
                </c:pt>
                <c:pt idx="5">
                  <c:v>1.999996</c:v>
                </c:pt>
                <c:pt idx="6">
                  <c:v>1.999996</c:v>
                </c:pt>
                <c:pt idx="7">
                  <c:v>1.999996</c:v>
                </c:pt>
                <c:pt idx="8">
                  <c:v>1.999996</c:v>
                </c:pt>
                <c:pt idx="9">
                  <c:v>1.999996</c:v>
                </c:pt>
                <c:pt idx="10">
                  <c:v>1.999996</c:v>
                </c:pt>
                <c:pt idx="11">
                  <c:v>1.999996</c:v>
                </c:pt>
                <c:pt idx="12">
                  <c:v>1.999996</c:v>
                </c:pt>
                <c:pt idx="13">
                  <c:v>1.999996</c:v>
                </c:pt>
                <c:pt idx="14">
                  <c:v>1.999996</c:v>
                </c:pt>
                <c:pt idx="15">
                  <c:v>1.999996</c:v>
                </c:pt>
                <c:pt idx="16">
                  <c:v>1.999996</c:v>
                </c:pt>
                <c:pt idx="17">
                  <c:v>1.999996</c:v>
                </c:pt>
                <c:pt idx="18">
                  <c:v>1.999996</c:v>
                </c:pt>
                <c:pt idx="19">
                  <c:v>1.999996</c:v>
                </c:pt>
                <c:pt idx="20">
                  <c:v>1.999996</c:v>
                </c:pt>
                <c:pt idx="21">
                  <c:v>0.0006</c:v>
                </c:pt>
                <c:pt idx="22">
                  <c:v>3.999992</c:v>
                </c:pt>
                <c:pt idx="23">
                  <c:v>3.999992</c:v>
                </c:pt>
                <c:pt idx="24">
                  <c:v>3.999992</c:v>
                </c:pt>
                <c:pt idx="25">
                  <c:v>3.999992</c:v>
                </c:pt>
                <c:pt idx="26">
                  <c:v>3.999992</c:v>
                </c:pt>
                <c:pt idx="27">
                  <c:v>3.999992</c:v>
                </c:pt>
                <c:pt idx="28">
                  <c:v>3.999992</c:v>
                </c:pt>
                <c:pt idx="29">
                  <c:v>3.999992</c:v>
                </c:pt>
                <c:pt idx="30">
                  <c:v>3.999992</c:v>
                </c:pt>
                <c:pt idx="31">
                  <c:v>3.999992</c:v>
                </c:pt>
                <c:pt idx="32">
                  <c:v>3.999992</c:v>
                </c:pt>
                <c:pt idx="33">
                  <c:v>3.999992</c:v>
                </c:pt>
                <c:pt idx="34">
                  <c:v>3.999992</c:v>
                </c:pt>
                <c:pt idx="35">
                  <c:v>3.999992</c:v>
                </c:pt>
                <c:pt idx="36">
                  <c:v>3.999992</c:v>
                </c:pt>
                <c:pt idx="37">
                  <c:v>3.999992</c:v>
                </c:pt>
                <c:pt idx="38">
                  <c:v>3.999992</c:v>
                </c:pt>
                <c:pt idx="39">
                  <c:v>3.999992</c:v>
                </c:pt>
                <c:pt idx="40">
                  <c:v>3.999992</c:v>
                </c:pt>
                <c:pt idx="41">
                  <c:v>3.999992</c:v>
                </c:pt>
                <c:pt idx="42">
                  <c:v>3.999992</c:v>
                </c:pt>
                <c:pt idx="43">
                  <c:v>3.999992</c:v>
                </c:pt>
                <c:pt idx="44">
                  <c:v>3.999992</c:v>
                </c:pt>
                <c:pt idx="45">
                  <c:v>3.999992</c:v>
                </c:pt>
                <c:pt idx="46">
                  <c:v>3.999992</c:v>
                </c:pt>
                <c:pt idx="47">
                  <c:v>3.999992</c:v>
                </c:pt>
                <c:pt idx="48">
                  <c:v>3.999992</c:v>
                </c:pt>
                <c:pt idx="49">
                  <c:v>3.999992</c:v>
                </c:pt>
                <c:pt idx="50">
                  <c:v>3.999992</c:v>
                </c:pt>
                <c:pt idx="51">
                  <c:v>3.999992</c:v>
                </c:pt>
                <c:pt idx="52">
                  <c:v>3.999992</c:v>
                </c:pt>
                <c:pt idx="53">
                  <c:v>3.999992</c:v>
                </c:pt>
                <c:pt idx="54">
                  <c:v>3.999992</c:v>
                </c:pt>
                <c:pt idx="55">
                  <c:v>3.999992</c:v>
                </c:pt>
                <c:pt idx="56">
                  <c:v>3.999992</c:v>
                </c:pt>
                <c:pt idx="57">
                  <c:v>3.999992</c:v>
                </c:pt>
                <c:pt idx="58">
                  <c:v>3.999992</c:v>
                </c:pt>
                <c:pt idx="59">
                  <c:v>3.999992</c:v>
                </c:pt>
                <c:pt idx="60">
                  <c:v>3.999992</c:v>
                </c:pt>
                <c:pt idx="61">
                  <c:v>3.999992</c:v>
                </c:pt>
                <c:pt idx="62">
                  <c:v>3.999992</c:v>
                </c:pt>
                <c:pt idx="63">
                  <c:v>3.999992</c:v>
                </c:pt>
                <c:pt idx="64">
                  <c:v>3.999992</c:v>
                </c:pt>
                <c:pt idx="65">
                  <c:v>3.999992</c:v>
                </c:pt>
                <c:pt idx="66">
                  <c:v>3.999992</c:v>
                </c:pt>
                <c:pt idx="67">
                  <c:v>3.999992</c:v>
                </c:pt>
                <c:pt idx="68">
                  <c:v>3.999992</c:v>
                </c:pt>
                <c:pt idx="69">
                  <c:v>3.999992</c:v>
                </c:pt>
                <c:pt idx="70">
                  <c:v>3.999992</c:v>
                </c:pt>
                <c:pt idx="71">
                  <c:v>3.999992</c:v>
                </c:pt>
                <c:pt idx="72">
                  <c:v>3.999992</c:v>
                </c:pt>
                <c:pt idx="73">
                  <c:v>3.999992</c:v>
                </c:pt>
                <c:pt idx="74">
                  <c:v>3.999992</c:v>
                </c:pt>
                <c:pt idx="75">
                  <c:v>3.999992</c:v>
                </c:pt>
                <c:pt idx="76">
                  <c:v>3.999992</c:v>
                </c:pt>
                <c:pt idx="77">
                  <c:v>3.999992</c:v>
                </c:pt>
                <c:pt idx="78">
                  <c:v>3.999992</c:v>
                </c:pt>
                <c:pt idx="79">
                  <c:v>3.999992</c:v>
                </c:pt>
                <c:pt idx="80">
                  <c:v>3.999992</c:v>
                </c:pt>
                <c:pt idx="81">
                  <c:v>3.999992</c:v>
                </c:pt>
                <c:pt idx="82">
                  <c:v>3.999992</c:v>
                </c:pt>
                <c:pt idx="83">
                  <c:v>3.999992</c:v>
                </c:pt>
                <c:pt idx="84">
                  <c:v>3.999992</c:v>
                </c:pt>
                <c:pt idx="85">
                  <c:v>3.999992</c:v>
                </c:pt>
                <c:pt idx="86">
                  <c:v>3.999992</c:v>
                </c:pt>
                <c:pt idx="87">
                  <c:v>3.999992</c:v>
                </c:pt>
                <c:pt idx="88">
                  <c:v>3.999992</c:v>
                </c:pt>
                <c:pt idx="89">
                  <c:v>3.999992</c:v>
                </c:pt>
                <c:pt idx="90">
                  <c:v>3.999992</c:v>
                </c:pt>
                <c:pt idx="91">
                  <c:v>3.999992</c:v>
                </c:pt>
                <c:pt idx="92">
                  <c:v>3.999992</c:v>
                </c:pt>
                <c:pt idx="93">
                  <c:v>3.999992</c:v>
                </c:pt>
                <c:pt idx="94">
                  <c:v>3.999992</c:v>
                </c:pt>
                <c:pt idx="95">
                  <c:v>3.999992</c:v>
                </c:pt>
                <c:pt idx="96">
                  <c:v>3.999992</c:v>
                </c:pt>
                <c:pt idx="97">
                  <c:v>3.999992</c:v>
                </c:pt>
                <c:pt idx="98">
                  <c:v>3.999992</c:v>
                </c:pt>
                <c:pt idx="99">
                  <c:v>3.999992</c:v>
                </c:pt>
                <c:pt idx="100">
                  <c:v>3.999992</c:v>
                </c:pt>
                <c:pt idx="101">
                  <c:v>3.999992</c:v>
                </c:pt>
                <c:pt idx="102">
                  <c:v>3.999992</c:v>
                </c:pt>
                <c:pt idx="103">
                  <c:v>3.999992</c:v>
                </c:pt>
                <c:pt idx="104">
                  <c:v>3.999992</c:v>
                </c:pt>
                <c:pt idx="105">
                  <c:v>3.999992</c:v>
                </c:pt>
                <c:pt idx="106">
                  <c:v>3.999992</c:v>
                </c:pt>
                <c:pt idx="107">
                  <c:v>3.999992</c:v>
                </c:pt>
                <c:pt idx="108">
                  <c:v>3.999992</c:v>
                </c:pt>
                <c:pt idx="109">
                  <c:v>3.999992</c:v>
                </c:pt>
                <c:pt idx="110">
                  <c:v>3.999992</c:v>
                </c:pt>
                <c:pt idx="111">
                  <c:v>3.999992</c:v>
                </c:pt>
                <c:pt idx="112">
                  <c:v>3.999992</c:v>
                </c:pt>
                <c:pt idx="113">
                  <c:v>3.999992</c:v>
                </c:pt>
                <c:pt idx="114">
                  <c:v>3.999992</c:v>
                </c:pt>
                <c:pt idx="115">
                  <c:v>3.999992</c:v>
                </c:pt>
                <c:pt idx="116">
                  <c:v>3.999992</c:v>
                </c:pt>
                <c:pt idx="117">
                  <c:v>3.999992</c:v>
                </c:pt>
                <c:pt idx="118">
                  <c:v>3.999992</c:v>
                </c:pt>
                <c:pt idx="119">
                  <c:v>3.999992</c:v>
                </c:pt>
                <c:pt idx="120">
                  <c:v>3.999992</c:v>
                </c:pt>
                <c:pt idx="121">
                  <c:v>3.999992</c:v>
                </c:pt>
                <c:pt idx="122">
                  <c:v>3.999992</c:v>
                </c:pt>
                <c:pt idx="123">
                  <c:v>3.999992</c:v>
                </c:pt>
                <c:pt idx="124">
                  <c:v>3.999992</c:v>
                </c:pt>
                <c:pt idx="125">
                  <c:v>3.999992</c:v>
                </c:pt>
                <c:pt idx="126">
                  <c:v>3.999992</c:v>
                </c:pt>
                <c:pt idx="127">
                  <c:v>3.999992</c:v>
                </c:pt>
                <c:pt idx="128">
                  <c:v>3.999992</c:v>
                </c:pt>
                <c:pt idx="129">
                  <c:v>3.999992</c:v>
                </c:pt>
                <c:pt idx="130">
                  <c:v>3.999992</c:v>
                </c:pt>
                <c:pt idx="131">
                  <c:v>3.999992</c:v>
                </c:pt>
                <c:pt idx="132">
                  <c:v>3.999992</c:v>
                </c:pt>
                <c:pt idx="133">
                  <c:v>3.999992</c:v>
                </c:pt>
                <c:pt idx="134">
                  <c:v>3.999992</c:v>
                </c:pt>
                <c:pt idx="135">
                  <c:v>3.999992</c:v>
                </c:pt>
                <c:pt idx="136">
                  <c:v>3.999992</c:v>
                </c:pt>
                <c:pt idx="137">
                  <c:v>3.999992</c:v>
                </c:pt>
                <c:pt idx="138">
                  <c:v>3.999992</c:v>
                </c:pt>
                <c:pt idx="139">
                  <c:v>3.999992</c:v>
                </c:pt>
                <c:pt idx="140">
                  <c:v>3.999992</c:v>
                </c:pt>
                <c:pt idx="141">
                  <c:v>3.999992</c:v>
                </c:pt>
                <c:pt idx="142">
                  <c:v>3.999992</c:v>
                </c:pt>
                <c:pt idx="143">
                  <c:v>3.999992</c:v>
                </c:pt>
                <c:pt idx="144">
                  <c:v>3.999992</c:v>
                </c:pt>
                <c:pt idx="145">
                  <c:v>3.999992</c:v>
                </c:pt>
                <c:pt idx="146">
                  <c:v>3.999992</c:v>
                </c:pt>
                <c:pt idx="147">
                  <c:v>3.999992</c:v>
                </c:pt>
                <c:pt idx="148">
                  <c:v>3.999992</c:v>
                </c:pt>
                <c:pt idx="149">
                  <c:v>3.999992</c:v>
                </c:pt>
                <c:pt idx="150">
                  <c:v>3.999992</c:v>
                </c:pt>
                <c:pt idx="151">
                  <c:v>3.999992</c:v>
                </c:pt>
                <c:pt idx="152">
                  <c:v>3.999992</c:v>
                </c:pt>
                <c:pt idx="153">
                  <c:v>3.999992</c:v>
                </c:pt>
                <c:pt idx="154">
                  <c:v>3.999992</c:v>
                </c:pt>
                <c:pt idx="155">
                  <c:v>3.999992</c:v>
                </c:pt>
                <c:pt idx="156">
                  <c:v>3.999992</c:v>
                </c:pt>
                <c:pt idx="157">
                  <c:v>3.999992</c:v>
                </c:pt>
                <c:pt idx="158">
                  <c:v>3.999992</c:v>
                </c:pt>
                <c:pt idx="159">
                  <c:v>3.999992</c:v>
                </c:pt>
                <c:pt idx="160">
                  <c:v>3.999992</c:v>
                </c:pt>
                <c:pt idx="161">
                  <c:v>3.999992</c:v>
                </c:pt>
                <c:pt idx="162">
                  <c:v>3.999992</c:v>
                </c:pt>
                <c:pt idx="163">
                  <c:v>3.999992</c:v>
                </c:pt>
                <c:pt idx="164">
                  <c:v>3.999992</c:v>
                </c:pt>
                <c:pt idx="165">
                  <c:v>3.999992</c:v>
                </c:pt>
                <c:pt idx="166">
                  <c:v>3.999992</c:v>
                </c:pt>
                <c:pt idx="167">
                  <c:v>3.999992</c:v>
                </c:pt>
                <c:pt idx="168">
                  <c:v>3.999992</c:v>
                </c:pt>
                <c:pt idx="169">
                  <c:v>3.999992</c:v>
                </c:pt>
                <c:pt idx="170">
                  <c:v>3.999992</c:v>
                </c:pt>
                <c:pt idx="171">
                  <c:v>3.999992</c:v>
                </c:pt>
                <c:pt idx="172">
                  <c:v>3.999992</c:v>
                </c:pt>
                <c:pt idx="173">
                  <c:v>3.999992</c:v>
                </c:pt>
                <c:pt idx="174">
                  <c:v>3.999992</c:v>
                </c:pt>
                <c:pt idx="175">
                  <c:v>3.999992</c:v>
                </c:pt>
                <c:pt idx="176">
                  <c:v>3.999992</c:v>
                </c:pt>
                <c:pt idx="177">
                  <c:v>3.999992</c:v>
                </c:pt>
                <c:pt idx="178">
                  <c:v>3.999992</c:v>
                </c:pt>
                <c:pt idx="179">
                  <c:v>3.999992</c:v>
                </c:pt>
                <c:pt idx="180">
                  <c:v>3.999992</c:v>
                </c:pt>
                <c:pt idx="181">
                  <c:v>3.999992</c:v>
                </c:pt>
                <c:pt idx="182">
                  <c:v>3.999992</c:v>
                </c:pt>
                <c:pt idx="183">
                  <c:v>3.999992</c:v>
                </c:pt>
                <c:pt idx="184">
                  <c:v>3.999992</c:v>
                </c:pt>
                <c:pt idx="185">
                  <c:v>3.999992</c:v>
                </c:pt>
                <c:pt idx="186">
                  <c:v>3.999992</c:v>
                </c:pt>
                <c:pt idx="187">
                  <c:v>3.999992</c:v>
                </c:pt>
                <c:pt idx="188">
                  <c:v>3.999992</c:v>
                </c:pt>
                <c:pt idx="189">
                  <c:v>3.999992</c:v>
                </c:pt>
                <c:pt idx="190">
                  <c:v>3.999992</c:v>
                </c:pt>
                <c:pt idx="191">
                  <c:v>3.999992</c:v>
                </c:pt>
                <c:pt idx="192">
                  <c:v>3.999992</c:v>
                </c:pt>
                <c:pt idx="193">
                  <c:v>3.999992</c:v>
                </c:pt>
                <c:pt idx="194">
                  <c:v>3.999992</c:v>
                </c:pt>
                <c:pt idx="195">
                  <c:v>3.999992</c:v>
                </c:pt>
                <c:pt idx="196">
                  <c:v>3.999992</c:v>
                </c:pt>
                <c:pt idx="197">
                  <c:v>3.999992</c:v>
                </c:pt>
                <c:pt idx="198">
                  <c:v>3.999992</c:v>
                </c:pt>
                <c:pt idx="199">
                  <c:v>3.999992</c:v>
                </c:pt>
                <c:pt idx="200">
                  <c:v>3.999992</c:v>
                </c:pt>
                <c:pt idx="201">
                  <c:v>3.999992</c:v>
                </c:pt>
                <c:pt idx="202">
                  <c:v>3.999992</c:v>
                </c:pt>
                <c:pt idx="203">
                  <c:v>3.999992</c:v>
                </c:pt>
                <c:pt idx="204">
                  <c:v>3.999992</c:v>
                </c:pt>
                <c:pt idx="205">
                  <c:v>3.999992</c:v>
                </c:pt>
                <c:pt idx="206">
                  <c:v>3.999992</c:v>
                </c:pt>
                <c:pt idx="207">
                  <c:v>3.999992</c:v>
                </c:pt>
                <c:pt idx="208">
                  <c:v>3.999992</c:v>
                </c:pt>
                <c:pt idx="209">
                  <c:v>3.999992</c:v>
                </c:pt>
                <c:pt idx="210">
                  <c:v>3.999992</c:v>
                </c:pt>
                <c:pt idx="211">
                  <c:v>3.999992</c:v>
                </c:pt>
                <c:pt idx="212">
                  <c:v>3.999992</c:v>
                </c:pt>
                <c:pt idx="213">
                  <c:v>3.999992</c:v>
                </c:pt>
                <c:pt idx="214">
                  <c:v>3.999992</c:v>
                </c:pt>
                <c:pt idx="215">
                  <c:v>3.999992</c:v>
                </c:pt>
                <c:pt idx="216">
                  <c:v>3.999992</c:v>
                </c:pt>
                <c:pt idx="217">
                  <c:v>3.999992</c:v>
                </c:pt>
                <c:pt idx="218">
                  <c:v>3.999992</c:v>
                </c:pt>
                <c:pt idx="219">
                  <c:v>3.999992</c:v>
                </c:pt>
                <c:pt idx="220">
                  <c:v>3.999992</c:v>
                </c:pt>
                <c:pt idx="221">
                  <c:v>3.999992</c:v>
                </c:pt>
                <c:pt idx="222">
                  <c:v>3.999992</c:v>
                </c:pt>
                <c:pt idx="223">
                  <c:v>3.999992</c:v>
                </c:pt>
                <c:pt idx="224">
                  <c:v>3.999992</c:v>
                </c:pt>
                <c:pt idx="225">
                  <c:v>3.999992</c:v>
                </c:pt>
                <c:pt idx="226">
                  <c:v>3.999992</c:v>
                </c:pt>
                <c:pt idx="227">
                  <c:v>3.999992</c:v>
                </c:pt>
                <c:pt idx="228">
                  <c:v>3.999992</c:v>
                </c:pt>
                <c:pt idx="229">
                  <c:v>3.999992</c:v>
                </c:pt>
                <c:pt idx="230">
                  <c:v>3.999992</c:v>
                </c:pt>
                <c:pt idx="231">
                  <c:v>3.999992</c:v>
                </c:pt>
                <c:pt idx="232">
                  <c:v>3.999992</c:v>
                </c:pt>
                <c:pt idx="233">
                  <c:v>3.999992</c:v>
                </c:pt>
                <c:pt idx="234">
                  <c:v>3.999992</c:v>
                </c:pt>
                <c:pt idx="235">
                  <c:v>3.999992</c:v>
                </c:pt>
                <c:pt idx="236">
                  <c:v>3.999992</c:v>
                </c:pt>
                <c:pt idx="237">
                  <c:v>3.999992</c:v>
                </c:pt>
                <c:pt idx="238">
                  <c:v>3.999992</c:v>
                </c:pt>
                <c:pt idx="239">
                  <c:v>3.999992</c:v>
                </c:pt>
                <c:pt idx="240">
                  <c:v>3.999992</c:v>
                </c:pt>
                <c:pt idx="241">
                  <c:v>3.999992</c:v>
                </c:pt>
                <c:pt idx="242">
                  <c:v>3.999992</c:v>
                </c:pt>
                <c:pt idx="243">
                  <c:v>3.999992</c:v>
                </c:pt>
                <c:pt idx="244">
                  <c:v>3.999992</c:v>
                </c:pt>
                <c:pt idx="245">
                  <c:v>3.999992</c:v>
                </c:pt>
                <c:pt idx="246">
                  <c:v>3.999992</c:v>
                </c:pt>
                <c:pt idx="247">
                  <c:v>3.999992</c:v>
                </c:pt>
                <c:pt idx="248">
                  <c:v>3.999992</c:v>
                </c:pt>
                <c:pt idx="249">
                  <c:v>3.999992</c:v>
                </c:pt>
                <c:pt idx="250">
                  <c:v>3.999992</c:v>
                </c:pt>
                <c:pt idx="251">
                  <c:v>3.999992</c:v>
                </c:pt>
                <c:pt idx="252">
                  <c:v>3.999992</c:v>
                </c:pt>
                <c:pt idx="253">
                  <c:v>3.999992</c:v>
                </c:pt>
                <c:pt idx="254">
                  <c:v>3.999992</c:v>
                </c:pt>
                <c:pt idx="255">
                  <c:v>3.999992</c:v>
                </c:pt>
                <c:pt idx="256">
                  <c:v>3.999992</c:v>
                </c:pt>
                <c:pt idx="257">
                  <c:v>3.999992</c:v>
                </c:pt>
                <c:pt idx="258">
                  <c:v>3.999992</c:v>
                </c:pt>
                <c:pt idx="259">
                  <c:v>3.999992</c:v>
                </c:pt>
                <c:pt idx="260">
                  <c:v>3.999992</c:v>
                </c:pt>
                <c:pt idx="261">
                  <c:v>3.999992</c:v>
                </c:pt>
                <c:pt idx="262">
                  <c:v>3.999992</c:v>
                </c:pt>
                <c:pt idx="263">
                  <c:v>3.999992</c:v>
                </c:pt>
                <c:pt idx="264">
                  <c:v>1.999954</c:v>
                </c:pt>
                <c:pt idx="265">
                  <c:v>1.999996</c:v>
                </c:pt>
                <c:pt idx="266">
                  <c:v>1.999996</c:v>
                </c:pt>
                <c:pt idx="267">
                  <c:v>1.999996</c:v>
                </c:pt>
                <c:pt idx="268">
                  <c:v>1.999996</c:v>
                </c:pt>
                <c:pt idx="269">
                  <c:v>1.999996</c:v>
                </c:pt>
                <c:pt idx="270">
                  <c:v>1.999996</c:v>
                </c:pt>
                <c:pt idx="271">
                  <c:v>1.999996</c:v>
                </c:pt>
                <c:pt idx="272">
                  <c:v>1.999996</c:v>
                </c:pt>
                <c:pt idx="273">
                  <c:v>1.999996</c:v>
                </c:pt>
                <c:pt idx="274">
                  <c:v>1.999996</c:v>
                </c:pt>
                <c:pt idx="275">
                  <c:v>1.999996</c:v>
                </c:pt>
                <c:pt idx="276">
                  <c:v>1.999996</c:v>
                </c:pt>
                <c:pt idx="277">
                  <c:v>1.999996</c:v>
                </c:pt>
                <c:pt idx="278">
                  <c:v>1.999996</c:v>
                </c:pt>
                <c:pt idx="279">
                  <c:v>1.999996</c:v>
                </c:pt>
                <c:pt idx="280">
                  <c:v>1.999996</c:v>
                </c:pt>
                <c:pt idx="281">
                  <c:v>1.999996</c:v>
                </c:pt>
                <c:pt idx="282">
                  <c:v>1.999996</c:v>
                </c:pt>
                <c:pt idx="283">
                  <c:v>1.999996</c:v>
                </c:pt>
                <c:pt idx="284">
                  <c:v>1.999996</c:v>
                </c:pt>
                <c:pt idx="285">
                  <c:v>1.999996</c:v>
                </c:pt>
                <c:pt idx="286">
                  <c:v>1.999996</c:v>
                </c:pt>
                <c:pt idx="287">
                  <c:v>1.999996</c:v>
                </c:pt>
                <c:pt idx="288">
                  <c:v>1.999996</c:v>
                </c:pt>
                <c:pt idx="289">
                  <c:v>1.999996</c:v>
                </c:pt>
                <c:pt idx="290">
                  <c:v>1.999996</c:v>
                </c:pt>
                <c:pt idx="291">
                  <c:v>1.999996</c:v>
                </c:pt>
                <c:pt idx="292">
                  <c:v>1.999996</c:v>
                </c:pt>
                <c:pt idx="293">
                  <c:v>1.999996</c:v>
                </c:pt>
                <c:pt idx="294">
                  <c:v>1.999996</c:v>
                </c:pt>
                <c:pt idx="295">
                  <c:v>1.999996</c:v>
                </c:pt>
                <c:pt idx="296">
                  <c:v>1.999996</c:v>
                </c:pt>
                <c:pt idx="297">
                  <c:v>1.999996</c:v>
                </c:pt>
                <c:pt idx="298">
                  <c:v>1.999996</c:v>
                </c:pt>
                <c:pt idx="299">
                  <c:v>1.999996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6EB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Test level (V)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BA8B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B78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16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E6EB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Time (ms)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9BA8B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B78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E6B78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Helvetica Neue"/>
                <a:ea typeface="Helvetica Neue"/>
                <a:cs typeface="Helvetica Neue"/>
              </a:rPr>
              <a:t>Energizing transition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"/>
        <c:ser>
          <c:idx val="0"/>
          <c:order val="0"/>
          <c:tx>
            <c:v>Lead A COM</c:v>
          </c:tx>
          <c:spPr>
            <a:ln xmlns:a="http://schemas.openxmlformats.org/drawingml/2006/main" w="19050">
              <a:solidFill>
                <a:srgbClr val="168A8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Data'!$A$2:$A$251</c:f>
              <c:numCache>
                <c:formatCode>General</c:formatCode>
                <c:ptCount val="250"/>
                <c:pt idx="0">
                  <c:v>0.90031</c:v>
                </c:pt>
                <c:pt idx="1">
                  <c:v>0.90231</c:v>
                </c:pt>
                <c:pt idx="2">
                  <c:v>0.90331</c:v>
                </c:pt>
                <c:pt idx="3">
                  <c:v>0.90531</c:v>
                </c:pt>
                <c:pt idx="4">
                  <c:v>0.90731</c:v>
                </c:pt>
                <c:pt idx="5">
                  <c:v>0.90831</c:v>
                </c:pt>
                <c:pt idx="6">
                  <c:v>0.91031</c:v>
                </c:pt>
                <c:pt idx="7">
                  <c:v>0.91131</c:v>
                </c:pt>
                <c:pt idx="8">
                  <c:v>0.91331</c:v>
                </c:pt>
                <c:pt idx="9">
                  <c:v>0.91531</c:v>
                </c:pt>
                <c:pt idx="10">
                  <c:v>0.91631</c:v>
                </c:pt>
                <c:pt idx="11">
                  <c:v>0.91831</c:v>
                </c:pt>
                <c:pt idx="12">
                  <c:v>0.92031</c:v>
                </c:pt>
                <c:pt idx="13">
                  <c:v>0.92131</c:v>
                </c:pt>
                <c:pt idx="14">
                  <c:v>0.92331</c:v>
                </c:pt>
                <c:pt idx="15">
                  <c:v>0.92431</c:v>
                </c:pt>
                <c:pt idx="16">
                  <c:v>0.92631</c:v>
                </c:pt>
                <c:pt idx="17">
                  <c:v>0.92831</c:v>
                </c:pt>
                <c:pt idx="18">
                  <c:v>0.92931</c:v>
                </c:pt>
                <c:pt idx="19">
                  <c:v>0.93131</c:v>
                </c:pt>
                <c:pt idx="20">
                  <c:v>0.93331</c:v>
                </c:pt>
                <c:pt idx="21">
                  <c:v>0.93431</c:v>
                </c:pt>
                <c:pt idx="22">
                  <c:v>0.93631</c:v>
                </c:pt>
                <c:pt idx="23">
                  <c:v>0.93731</c:v>
                </c:pt>
                <c:pt idx="24">
                  <c:v>0.93931</c:v>
                </c:pt>
                <c:pt idx="25">
                  <c:v>0.94131</c:v>
                </c:pt>
                <c:pt idx="26">
                  <c:v>0.94231</c:v>
                </c:pt>
                <c:pt idx="27">
                  <c:v>0.94431</c:v>
                </c:pt>
                <c:pt idx="28">
                  <c:v>0.94631</c:v>
                </c:pt>
                <c:pt idx="29">
                  <c:v>0.94731</c:v>
                </c:pt>
                <c:pt idx="30">
                  <c:v>0.94931</c:v>
                </c:pt>
                <c:pt idx="31">
                  <c:v>0.95031</c:v>
                </c:pt>
                <c:pt idx="32">
                  <c:v>0.95231</c:v>
                </c:pt>
                <c:pt idx="33">
                  <c:v>0.95431</c:v>
                </c:pt>
                <c:pt idx="34">
                  <c:v>0.95531</c:v>
                </c:pt>
                <c:pt idx="35">
                  <c:v>0.95731</c:v>
                </c:pt>
                <c:pt idx="36">
                  <c:v>0.95931</c:v>
                </c:pt>
                <c:pt idx="37">
                  <c:v>0.96031</c:v>
                </c:pt>
                <c:pt idx="38">
                  <c:v>0.96231</c:v>
                </c:pt>
                <c:pt idx="39">
                  <c:v>0.96331</c:v>
                </c:pt>
                <c:pt idx="40">
                  <c:v>0.96531</c:v>
                </c:pt>
                <c:pt idx="41">
                  <c:v>0.96731</c:v>
                </c:pt>
                <c:pt idx="42">
                  <c:v>0.96831</c:v>
                </c:pt>
                <c:pt idx="43">
                  <c:v>0.97031</c:v>
                </c:pt>
                <c:pt idx="44">
                  <c:v>0.97231</c:v>
                </c:pt>
                <c:pt idx="45">
                  <c:v>0.97331</c:v>
                </c:pt>
                <c:pt idx="46">
                  <c:v>0.97531</c:v>
                </c:pt>
                <c:pt idx="47">
                  <c:v>0.97631</c:v>
                </c:pt>
                <c:pt idx="48">
                  <c:v>0.97831</c:v>
                </c:pt>
                <c:pt idx="49">
                  <c:v>0.98031</c:v>
                </c:pt>
                <c:pt idx="50">
                  <c:v>0.98131</c:v>
                </c:pt>
                <c:pt idx="51">
                  <c:v>0.98331</c:v>
                </c:pt>
                <c:pt idx="52">
                  <c:v>0.98531</c:v>
                </c:pt>
                <c:pt idx="53">
                  <c:v>0.98631</c:v>
                </c:pt>
                <c:pt idx="54">
                  <c:v>0.98831</c:v>
                </c:pt>
                <c:pt idx="55">
                  <c:v>0.98931</c:v>
                </c:pt>
                <c:pt idx="56">
                  <c:v>0.99131</c:v>
                </c:pt>
                <c:pt idx="57">
                  <c:v>0.99331</c:v>
                </c:pt>
                <c:pt idx="58">
                  <c:v>0.99431</c:v>
                </c:pt>
                <c:pt idx="59">
                  <c:v>0.99631</c:v>
                </c:pt>
                <c:pt idx="60">
                  <c:v>0.99831</c:v>
                </c:pt>
                <c:pt idx="61">
                  <c:v>0.99931</c:v>
                </c:pt>
                <c:pt idx="62">
                  <c:v>1.0001</c:v>
                </c:pt>
                <c:pt idx="63">
                  <c:v>1.0003</c:v>
                </c:pt>
                <c:pt idx="64">
                  <c:v>1.0015</c:v>
                </c:pt>
                <c:pt idx="65">
                  <c:v>1.0035</c:v>
                </c:pt>
                <c:pt idx="66">
                  <c:v>1.0045</c:v>
                </c:pt>
                <c:pt idx="67">
                  <c:v>1.0065</c:v>
                </c:pt>
                <c:pt idx="68">
                  <c:v>1.0085</c:v>
                </c:pt>
                <c:pt idx="69">
                  <c:v>1.0095</c:v>
                </c:pt>
                <c:pt idx="70">
                  <c:v>1.0115</c:v>
                </c:pt>
                <c:pt idx="71">
                  <c:v>1.0125</c:v>
                </c:pt>
                <c:pt idx="72">
                  <c:v>1.0145</c:v>
                </c:pt>
                <c:pt idx="73">
                  <c:v>1.0165</c:v>
                </c:pt>
                <c:pt idx="74">
                  <c:v>1.0175</c:v>
                </c:pt>
                <c:pt idx="75">
                  <c:v>1.0195</c:v>
                </c:pt>
                <c:pt idx="76">
                  <c:v>1.0215</c:v>
                </c:pt>
                <c:pt idx="77">
                  <c:v>1.0225</c:v>
                </c:pt>
                <c:pt idx="78">
                  <c:v>1.0245</c:v>
                </c:pt>
                <c:pt idx="79">
                  <c:v>1.0255</c:v>
                </c:pt>
                <c:pt idx="80">
                  <c:v>1.0275</c:v>
                </c:pt>
                <c:pt idx="81">
                  <c:v>1.0295</c:v>
                </c:pt>
                <c:pt idx="82">
                  <c:v>1.0305</c:v>
                </c:pt>
                <c:pt idx="83">
                  <c:v>1.0325</c:v>
                </c:pt>
                <c:pt idx="84">
                  <c:v>1.0345</c:v>
                </c:pt>
                <c:pt idx="85">
                  <c:v>1.0355</c:v>
                </c:pt>
                <c:pt idx="86">
                  <c:v>1.0375</c:v>
                </c:pt>
                <c:pt idx="87">
                  <c:v>1.0395</c:v>
                </c:pt>
                <c:pt idx="88">
                  <c:v>1.0405</c:v>
                </c:pt>
                <c:pt idx="89">
                  <c:v>1.0425</c:v>
                </c:pt>
                <c:pt idx="90">
                  <c:v>1.0435</c:v>
                </c:pt>
                <c:pt idx="91">
                  <c:v>1.0455</c:v>
                </c:pt>
                <c:pt idx="92">
                  <c:v>1.0475</c:v>
                </c:pt>
                <c:pt idx="93">
                  <c:v>1.0485</c:v>
                </c:pt>
                <c:pt idx="94">
                  <c:v>1.0505</c:v>
                </c:pt>
                <c:pt idx="95">
                  <c:v>1.0525</c:v>
                </c:pt>
                <c:pt idx="96">
                  <c:v>1.0535</c:v>
                </c:pt>
                <c:pt idx="97">
                  <c:v>1.0555</c:v>
                </c:pt>
                <c:pt idx="98">
                  <c:v>1.0565</c:v>
                </c:pt>
                <c:pt idx="99">
                  <c:v>1.0585</c:v>
                </c:pt>
                <c:pt idx="100">
                  <c:v>1.0605</c:v>
                </c:pt>
                <c:pt idx="101">
                  <c:v>1.0615</c:v>
                </c:pt>
                <c:pt idx="102">
                  <c:v>1.0635</c:v>
                </c:pt>
                <c:pt idx="103">
                  <c:v>1.0655</c:v>
                </c:pt>
                <c:pt idx="104">
                  <c:v>1.0665</c:v>
                </c:pt>
                <c:pt idx="105">
                  <c:v>1.0685</c:v>
                </c:pt>
                <c:pt idx="106">
                  <c:v>1.0695</c:v>
                </c:pt>
                <c:pt idx="107">
                  <c:v>1.0715</c:v>
                </c:pt>
                <c:pt idx="108">
                  <c:v>1.0735</c:v>
                </c:pt>
                <c:pt idx="109">
                  <c:v>1.0745</c:v>
                </c:pt>
                <c:pt idx="110">
                  <c:v>1.0765</c:v>
                </c:pt>
                <c:pt idx="111">
                  <c:v>1.0785</c:v>
                </c:pt>
                <c:pt idx="112">
                  <c:v>1.0795</c:v>
                </c:pt>
                <c:pt idx="113">
                  <c:v>1.0815</c:v>
                </c:pt>
                <c:pt idx="114">
                  <c:v>1.0825</c:v>
                </c:pt>
                <c:pt idx="115">
                  <c:v>1.0845</c:v>
                </c:pt>
                <c:pt idx="116">
                  <c:v>1.0865</c:v>
                </c:pt>
                <c:pt idx="117">
                  <c:v>1.0875</c:v>
                </c:pt>
                <c:pt idx="118">
                  <c:v>1.0895</c:v>
                </c:pt>
                <c:pt idx="119">
                  <c:v>1.0915</c:v>
                </c:pt>
                <c:pt idx="120">
                  <c:v>1.0925</c:v>
                </c:pt>
                <c:pt idx="121">
                  <c:v>1.0945</c:v>
                </c:pt>
                <c:pt idx="122">
                  <c:v>1.0955</c:v>
                </c:pt>
                <c:pt idx="123">
                  <c:v>1.0975</c:v>
                </c:pt>
                <c:pt idx="124">
                  <c:v>1.0995</c:v>
                </c:pt>
                <c:pt idx="125">
                  <c:v>1.1005</c:v>
                </c:pt>
                <c:pt idx="126">
                  <c:v>1.1025</c:v>
                </c:pt>
                <c:pt idx="127">
                  <c:v>1.1045</c:v>
                </c:pt>
                <c:pt idx="128">
                  <c:v>1.1055</c:v>
                </c:pt>
                <c:pt idx="129">
                  <c:v>1.1075</c:v>
                </c:pt>
                <c:pt idx="130">
                  <c:v>1.1085</c:v>
                </c:pt>
                <c:pt idx="131">
                  <c:v>1.1105</c:v>
                </c:pt>
                <c:pt idx="132">
                  <c:v>1.1125</c:v>
                </c:pt>
                <c:pt idx="133">
                  <c:v>1.1135</c:v>
                </c:pt>
                <c:pt idx="134">
                  <c:v>1.1155</c:v>
                </c:pt>
                <c:pt idx="135">
                  <c:v>1.1175</c:v>
                </c:pt>
                <c:pt idx="136">
                  <c:v>1.1185</c:v>
                </c:pt>
                <c:pt idx="137">
                  <c:v>1.1205</c:v>
                </c:pt>
                <c:pt idx="138">
                  <c:v>1.1215</c:v>
                </c:pt>
                <c:pt idx="139">
                  <c:v>1.1235</c:v>
                </c:pt>
                <c:pt idx="140">
                  <c:v>1.1255</c:v>
                </c:pt>
                <c:pt idx="141">
                  <c:v>1.1265</c:v>
                </c:pt>
                <c:pt idx="142">
                  <c:v>1.1285</c:v>
                </c:pt>
                <c:pt idx="143">
                  <c:v>1.1305</c:v>
                </c:pt>
                <c:pt idx="144">
                  <c:v>1.1315</c:v>
                </c:pt>
                <c:pt idx="145">
                  <c:v>1.1335</c:v>
                </c:pt>
                <c:pt idx="146">
                  <c:v>1.1345</c:v>
                </c:pt>
                <c:pt idx="147">
                  <c:v>1.1365</c:v>
                </c:pt>
                <c:pt idx="148">
                  <c:v>1.1385</c:v>
                </c:pt>
                <c:pt idx="149">
                  <c:v>1.1395</c:v>
                </c:pt>
                <c:pt idx="150">
                  <c:v>1.1415</c:v>
                </c:pt>
                <c:pt idx="151">
                  <c:v>1.1435</c:v>
                </c:pt>
                <c:pt idx="152">
                  <c:v>1.1445</c:v>
                </c:pt>
                <c:pt idx="153">
                  <c:v>1.1465</c:v>
                </c:pt>
                <c:pt idx="154">
                  <c:v>1.1475</c:v>
                </c:pt>
                <c:pt idx="155">
                  <c:v>1.1495</c:v>
                </c:pt>
                <c:pt idx="156">
                  <c:v>1.1515</c:v>
                </c:pt>
                <c:pt idx="157">
                  <c:v>1.1525</c:v>
                </c:pt>
                <c:pt idx="158">
                  <c:v>1.1545</c:v>
                </c:pt>
                <c:pt idx="159">
                  <c:v>1.1565</c:v>
                </c:pt>
                <c:pt idx="160">
                  <c:v>1.1575</c:v>
                </c:pt>
                <c:pt idx="161">
                  <c:v>1.1595</c:v>
                </c:pt>
                <c:pt idx="162">
                  <c:v>1.1605</c:v>
                </c:pt>
                <c:pt idx="163">
                  <c:v>1.1625</c:v>
                </c:pt>
                <c:pt idx="164">
                  <c:v>1.1645</c:v>
                </c:pt>
                <c:pt idx="165">
                  <c:v>1.1655</c:v>
                </c:pt>
                <c:pt idx="166">
                  <c:v>1.1675</c:v>
                </c:pt>
                <c:pt idx="167">
                  <c:v>1.1695</c:v>
                </c:pt>
                <c:pt idx="168">
                  <c:v>1.1705</c:v>
                </c:pt>
                <c:pt idx="169">
                  <c:v>1.1725</c:v>
                </c:pt>
                <c:pt idx="170">
                  <c:v>1.1745</c:v>
                </c:pt>
                <c:pt idx="171">
                  <c:v>1.1755</c:v>
                </c:pt>
                <c:pt idx="172">
                  <c:v>1.1775</c:v>
                </c:pt>
                <c:pt idx="173">
                  <c:v>1.1785</c:v>
                </c:pt>
                <c:pt idx="174">
                  <c:v>1.1805</c:v>
                </c:pt>
                <c:pt idx="175">
                  <c:v>1.1825</c:v>
                </c:pt>
                <c:pt idx="176">
                  <c:v>1.1835</c:v>
                </c:pt>
                <c:pt idx="177">
                  <c:v>1.1855</c:v>
                </c:pt>
                <c:pt idx="178">
                  <c:v>1.1875</c:v>
                </c:pt>
                <c:pt idx="179">
                  <c:v>1.1885</c:v>
                </c:pt>
                <c:pt idx="180">
                  <c:v>1.1905</c:v>
                </c:pt>
                <c:pt idx="181">
                  <c:v>1.1915</c:v>
                </c:pt>
                <c:pt idx="182">
                  <c:v>1.1935</c:v>
                </c:pt>
                <c:pt idx="183">
                  <c:v>1.1955</c:v>
                </c:pt>
                <c:pt idx="184">
                  <c:v>1.1965</c:v>
                </c:pt>
                <c:pt idx="185">
                  <c:v>1.1985</c:v>
                </c:pt>
                <c:pt idx="186">
                  <c:v>1.2</c:v>
                </c:pt>
                <c:pt idx="187">
                  <c:v>1.2001</c:v>
                </c:pt>
                <c:pt idx="188">
                  <c:v>1.2007</c:v>
                </c:pt>
                <c:pt idx="189">
                  <c:v>1.2015</c:v>
                </c:pt>
                <c:pt idx="190">
                  <c:v>1.2035</c:v>
                </c:pt>
                <c:pt idx="191">
                  <c:v>1.2055</c:v>
                </c:pt>
                <c:pt idx="192">
                  <c:v>1.2065</c:v>
                </c:pt>
                <c:pt idx="193">
                  <c:v>1.2085</c:v>
                </c:pt>
                <c:pt idx="194">
                  <c:v>1.2105</c:v>
                </c:pt>
                <c:pt idx="195">
                  <c:v>1.2115</c:v>
                </c:pt>
                <c:pt idx="196">
                  <c:v>1.2135</c:v>
                </c:pt>
                <c:pt idx="197">
                  <c:v>1.2145</c:v>
                </c:pt>
                <c:pt idx="198">
                  <c:v>1.2165</c:v>
                </c:pt>
                <c:pt idx="199">
                  <c:v>1.2185</c:v>
                </c:pt>
                <c:pt idx="200">
                  <c:v>1.2195</c:v>
                </c:pt>
                <c:pt idx="201">
                  <c:v>1.2215</c:v>
                </c:pt>
                <c:pt idx="202">
                  <c:v>1.2235</c:v>
                </c:pt>
                <c:pt idx="203">
                  <c:v>1.2245</c:v>
                </c:pt>
                <c:pt idx="204">
                  <c:v>1.2265</c:v>
                </c:pt>
                <c:pt idx="205">
                  <c:v>1.2275</c:v>
                </c:pt>
                <c:pt idx="206">
                  <c:v>1.2295</c:v>
                </c:pt>
                <c:pt idx="207">
                  <c:v>1.2315</c:v>
                </c:pt>
                <c:pt idx="208">
                  <c:v>1.2325</c:v>
                </c:pt>
                <c:pt idx="209">
                  <c:v>1.2345</c:v>
                </c:pt>
                <c:pt idx="210">
                  <c:v>1.2365</c:v>
                </c:pt>
                <c:pt idx="211">
                  <c:v>1.2375</c:v>
                </c:pt>
                <c:pt idx="212">
                  <c:v>1.2395</c:v>
                </c:pt>
                <c:pt idx="213">
                  <c:v>1.2405</c:v>
                </c:pt>
                <c:pt idx="214">
                  <c:v>1.2425</c:v>
                </c:pt>
                <c:pt idx="215">
                  <c:v>1.2445</c:v>
                </c:pt>
                <c:pt idx="216">
                  <c:v>1.2455</c:v>
                </c:pt>
                <c:pt idx="217">
                  <c:v>1.2475</c:v>
                </c:pt>
                <c:pt idx="218">
                  <c:v>1.2495</c:v>
                </c:pt>
                <c:pt idx="219">
                  <c:v>1.2505</c:v>
                </c:pt>
                <c:pt idx="220">
                  <c:v>1.2525</c:v>
                </c:pt>
                <c:pt idx="221">
                  <c:v>1.2535</c:v>
                </c:pt>
                <c:pt idx="222">
                  <c:v>1.2555</c:v>
                </c:pt>
                <c:pt idx="223">
                  <c:v>1.2575</c:v>
                </c:pt>
                <c:pt idx="224">
                  <c:v>1.2585</c:v>
                </c:pt>
                <c:pt idx="225">
                  <c:v>1.2605</c:v>
                </c:pt>
                <c:pt idx="226">
                  <c:v>1.2625</c:v>
                </c:pt>
                <c:pt idx="227">
                  <c:v>1.2635</c:v>
                </c:pt>
                <c:pt idx="228">
                  <c:v>1.2655</c:v>
                </c:pt>
                <c:pt idx="229">
                  <c:v>1.2665</c:v>
                </c:pt>
                <c:pt idx="230">
                  <c:v>1.2685</c:v>
                </c:pt>
                <c:pt idx="231">
                  <c:v>1.2705</c:v>
                </c:pt>
                <c:pt idx="232">
                  <c:v>1.2715</c:v>
                </c:pt>
                <c:pt idx="233">
                  <c:v>1.2735</c:v>
                </c:pt>
                <c:pt idx="234">
                  <c:v>1.2755</c:v>
                </c:pt>
                <c:pt idx="235">
                  <c:v>1.2765</c:v>
                </c:pt>
                <c:pt idx="236">
                  <c:v>1.2785</c:v>
                </c:pt>
                <c:pt idx="237">
                  <c:v>1.2795</c:v>
                </c:pt>
                <c:pt idx="238">
                  <c:v>1.2815</c:v>
                </c:pt>
                <c:pt idx="239">
                  <c:v>1.2835</c:v>
                </c:pt>
                <c:pt idx="240">
                  <c:v>1.2845</c:v>
                </c:pt>
                <c:pt idx="241">
                  <c:v>1.2865</c:v>
                </c:pt>
                <c:pt idx="242">
                  <c:v>1.2885</c:v>
                </c:pt>
                <c:pt idx="243">
                  <c:v>1.2895</c:v>
                </c:pt>
                <c:pt idx="244">
                  <c:v>1.2915</c:v>
                </c:pt>
                <c:pt idx="245">
                  <c:v>1.2925</c:v>
                </c:pt>
                <c:pt idx="246">
                  <c:v>1.2945</c:v>
                </c:pt>
                <c:pt idx="247">
                  <c:v>1.2965</c:v>
                </c:pt>
                <c:pt idx="248">
                  <c:v>1.2975</c:v>
                </c:pt>
                <c:pt idx="249">
                  <c:v>1.2995</c:v>
                </c:pt>
              </c:numCache>
            </c:numRef>
          </c:xVal>
          <c:yVal>
            <c:numRef>
              <c:f>'Chart Data'!$B$2:$B$251</c:f>
              <c:numCache>
                <c:formatCode>0.##</c:formatCode>
                <c:ptCount val="250"/>
                <c:pt idx="0">
                  <c:v>0.999998</c:v>
                </c:pt>
                <c:pt idx="1">
                  <c:v>0.999998</c:v>
                </c:pt>
                <c:pt idx="2">
                  <c:v>0.999998</c:v>
                </c:pt>
                <c:pt idx="3">
                  <c:v>0.999998</c:v>
                </c:pt>
                <c:pt idx="4">
                  <c:v>0.999998</c:v>
                </c:pt>
                <c:pt idx="5">
                  <c:v>0.999998</c:v>
                </c:pt>
                <c:pt idx="6">
                  <c:v>0.999998</c:v>
                </c:pt>
                <c:pt idx="7">
                  <c:v>0.999998</c:v>
                </c:pt>
                <c:pt idx="8">
                  <c:v>0.999998</c:v>
                </c:pt>
                <c:pt idx="9">
                  <c:v>0.999998</c:v>
                </c:pt>
                <c:pt idx="10">
                  <c:v>0.999998</c:v>
                </c:pt>
                <c:pt idx="11">
                  <c:v>0.999998</c:v>
                </c:pt>
                <c:pt idx="12">
                  <c:v>0.999998</c:v>
                </c:pt>
                <c:pt idx="13">
                  <c:v>0.999998</c:v>
                </c:pt>
                <c:pt idx="14">
                  <c:v>0.999998</c:v>
                </c:pt>
                <c:pt idx="15">
                  <c:v>0.999998</c:v>
                </c:pt>
                <c:pt idx="16">
                  <c:v>0.999998</c:v>
                </c:pt>
                <c:pt idx="17">
                  <c:v>0.999998</c:v>
                </c:pt>
                <c:pt idx="18">
                  <c:v>0.999998</c:v>
                </c:pt>
                <c:pt idx="19">
                  <c:v>0.999998</c:v>
                </c:pt>
                <c:pt idx="20">
                  <c:v>0.999998</c:v>
                </c:pt>
                <c:pt idx="21">
                  <c:v>0.999998</c:v>
                </c:pt>
                <c:pt idx="22">
                  <c:v>0.999998</c:v>
                </c:pt>
                <c:pt idx="23">
                  <c:v>0.999998</c:v>
                </c:pt>
                <c:pt idx="24">
                  <c:v>0.999998</c:v>
                </c:pt>
                <c:pt idx="25">
                  <c:v>0.999998</c:v>
                </c:pt>
                <c:pt idx="26">
                  <c:v>0.999998</c:v>
                </c:pt>
                <c:pt idx="27">
                  <c:v>0.999998</c:v>
                </c:pt>
                <c:pt idx="28">
                  <c:v>0.999998</c:v>
                </c:pt>
                <c:pt idx="29">
                  <c:v>0.999998</c:v>
                </c:pt>
                <c:pt idx="30">
                  <c:v>0.999998</c:v>
                </c:pt>
                <c:pt idx="31">
                  <c:v>0.999998</c:v>
                </c:pt>
                <c:pt idx="32">
                  <c:v>0.999998</c:v>
                </c:pt>
                <c:pt idx="33">
                  <c:v>0.999998</c:v>
                </c:pt>
                <c:pt idx="34">
                  <c:v>0.999998</c:v>
                </c:pt>
                <c:pt idx="35">
                  <c:v>0.999998</c:v>
                </c:pt>
                <c:pt idx="36">
                  <c:v>0.999998</c:v>
                </c:pt>
                <c:pt idx="37">
                  <c:v>0.999998</c:v>
                </c:pt>
                <c:pt idx="38">
                  <c:v>0.999998</c:v>
                </c:pt>
                <c:pt idx="39">
                  <c:v>0.999998</c:v>
                </c:pt>
                <c:pt idx="40">
                  <c:v>0.999998</c:v>
                </c:pt>
                <c:pt idx="41">
                  <c:v>0.999998</c:v>
                </c:pt>
                <c:pt idx="42">
                  <c:v>0.999998</c:v>
                </c:pt>
                <c:pt idx="43">
                  <c:v>0.999998</c:v>
                </c:pt>
                <c:pt idx="44">
                  <c:v>0.999998</c:v>
                </c:pt>
                <c:pt idx="45">
                  <c:v>0.999998</c:v>
                </c:pt>
                <c:pt idx="46">
                  <c:v>0.999998</c:v>
                </c:pt>
                <c:pt idx="47">
                  <c:v>0.999998</c:v>
                </c:pt>
                <c:pt idx="48">
                  <c:v>0.999998</c:v>
                </c:pt>
                <c:pt idx="49">
                  <c:v>0.999998</c:v>
                </c:pt>
                <c:pt idx="50">
                  <c:v>0.999998</c:v>
                </c:pt>
                <c:pt idx="51">
                  <c:v>0.999998</c:v>
                </c:pt>
                <c:pt idx="52">
                  <c:v>0.999998</c:v>
                </c:pt>
                <c:pt idx="53">
                  <c:v>0.999998</c:v>
                </c:pt>
                <c:pt idx="54">
                  <c:v>0.999998</c:v>
                </c:pt>
                <c:pt idx="55">
                  <c:v>0.999998</c:v>
                </c:pt>
                <c:pt idx="56">
                  <c:v>0.999998</c:v>
                </c:pt>
                <c:pt idx="57">
                  <c:v>0.999998</c:v>
                </c:pt>
                <c:pt idx="58">
                  <c:v>0.999998</c:v>
                </c:pt>
                <c:pt idx="59">
                  <c:v>0.999998</c:v>
                </c:pt>
                <c:pt idx="60">
                  <c:v>0.999998</c:v>
                </c:pt>
                <c:pt idx="61">
                  <c:v>0.999998</c:v>
                </c:pt>
                <c:pt idx="62">
                  <c:v>0.999998</c:v>
                </c:pt>
                <c:pt idx="63">
                  <c:v>0.999998</c:v>
                </c:pt>
                <c:pt idx="64">
                  <c:v>0.999998</c:v>
                </c:pt>
                <c:pt idx="65">
                  <c:v>0.999998</c:v>
                </c:pt>
                <c:pt idx="66">
                  <c:v>0.999998</c:v>
                </c:pt>
                <c:pt idx="67">
                  <c:v>0.999998</c:v>
                </c:pt>
                <c:pt idx="68">
                  <c:v>0.999998</c:v>
                </c:pt>
                <c:pt idx="69">
                  <c:v>0.999998</c:v>
                </c:pt>
                <c:pt idx="70">
                  <c:v>0.999998</c:v>
                </c:pt>
                <c:pt idx="71">
                  <c:v>0.999998</c:v>
                </c:pt>
                <c:pt idx="72">
                  <c:v>0.999998</c:v>
                </c:pt>
                <c:pt idx="73">
                  <c:v>0.999998</c:v>
                </c:pt>
                <c:pt idx="74">
                  <c:v>0.999998</c:v>
                </c:pt>
                <c:pt idx="75">
                  <c:v>0.999998</c:v>
                </c:pt>
                <c:pt idx="76">
                  <c:v>0.999998</c:v>
                </c:pt>
                <c:pt idx="77">
                  <c:v>0.999998</c:v>
                </c:pt>
                <c:pt idx="78">
                  <c:v>0.999998</c:v>
                </c:pt>
                <c:pt idx="79">
                  <c:v>0.999998</c:v>
                </c:pt>
                <c:pt idx="80">
                  <c:v>0.999998</c:v>
                </c:pt>
                <c:pt idx="81">
                  <c:v>0.999998</c:v>
                </c:pt>
                <c:pt idx="82">
                  <c:v>0.999998</c:v>
                </c:pt>
                <c:pt idx="83">
                  <c:v>0.999998</c:v>
                </c:pt>
                <c:pt idx="84">
                  <c:v>0.999998</c:v>
                </c:pt>
                <c:pt idx="85">
                  <c:v>0.999998</c:v>
                </c:pt>
                <c:pt idx="86">
                  <c:v>0.999998</c:v>
                </c:pt>
                <c:pt idx="87">
                  <c:v>0.999998</c:v>
                </c:pt>
                <c:pt idx="88">
                  <c:v>0.999998</c:v>
                </c:pt>
                <c:pt idx="89">
                  <c:v>0.999998</c:v>
                </c:pt>
                <c:pt idx="90">
                  <c:v>0.999998</c:v>
                </c:pt>
                <c:pt idx="91">
                  <c:v>0.999998</c:v>
                </c:pt>
                <c:pt idx="92">
                  <c:v>0.999998</c:v>
                </c:pt>
                <c:pt idx="93">
                  <c:v>0.999998</c:v>
                </c:pt>
                <c:pt idx="94">
                  <c:v>0.999998</c:v>
                </c:pt>
                <c:pt idx="95">
                  <c:v>0.999998</c:v>
                </c:pt>
                <c:pt idx="96">
                  <c:v>0.999998</c:v>
                </c:pt>
                <c:pt idx="97">
                  <c:v>0.999998</c:v>
                </c:pt>
                <c:pt idx="98">
                  <c:v>0.999998</c:v>
                </c:pt>
                <c:pt idx="99">
                  <c:v>0.999998</c:v>
                </c:pt>
                <c:pt idx="100">
                  <c:v>0.999998</c:v>
                </c:pt>
                <c:pt idx="101">
                  <c:v>0.999998</c:v>
                </c:pt>
                <c:pt idx="102">
                  <c:v>0.999998</c:v>
                </c:pt>
                <c:pt idx="103">
                  <c:v>0.999998</c:v>
                </c:pt>
                <c:pt idx="104">
                  <c:v>0.999998</c:v>
                </c:pt>
                <c:pt idx="105">
                  <c:v>0.999998</c:v>
                </c:pt>
                <c:pt idx="106">
                  <c:v>0.999998</c:v>
                </c:pt>
                <c:pt idx="107">
                  <c:v>0.999998</c:v>
                </c:pt>
                <c:pt idx="108">
                  <c:v>0.999998</c:v>
                </c:pt>
                <c:pt idx="109">
                  <c:v>0.999997</c:v>
                </c:pt>
                <c:pt idx="110">
                  <c:v>0.999977</c:v>
                </c:pt>
                <c:pt idx="111">
                  <c:v>0.993695</c:v>
                </c:pt>
                <c:pt idx="112">
                  <c:v>0.952661</c:v>
                </c:pt>
                <c:pt idx="113">
                  <c:v>0.241267</c:v>
                </c:pt>
                <c:pt idx="114">
                  <c:v>0.04326</c:v>
                </c:pt>
                <c:pt idx="115">
                  <c:v>0.002043</c:v>
                </c:pt>
                <c:pt idx="116">
                  <c:v>0.000674</c:v>
                </c:pt>
                <c:pt idx="117">
                  <c:v>0.000607</c:v>
                </c:pt>
                <c:pt idx="118">
                  <c:v>0.0006</c:v>
                </c:pt>
                <c:pt idx="119">
                  <c:v>0.0006</c:v>
                </c:pt>
                <c:pt idx="120">
                  <c:v>0.0006</c:v>
                </c:pt>
                <c:pt idx="121">
                  <c:v>0.0006</c:v>
                </c:pt>
                <c:pt idx="122">
                  <c:v>0.0006</c:v>
                </c:pt>
                <c:pt idx="123">
                  <c:v>0.0006</c:v>
                </c:pt>
                <c:pt idx="124">
                  <c:v>0.0006</c:v>
                </c:pt>
                <c:pt idx="125">
                  <c:v>0.0006</c:v>
                </c:pt>
                <c:pt idx="126">
                  <c:v>0.0006</c:v>
                </c:pt>
                <c:pt idx="127">
                  <c:v>0.0006</c:v>
                </c:pt>
                <c:pt idx="128">
                  <c:v>0.0006</c:v>
                </c:pt>
                <c:pt idx="129">
                  <c:v>0.0006</c:v>
                </c:pt>
                <c:pt idx="130">
                  <c:v>0.0006</c:v>
                </c:pt>
                <c:pt idx="131">
                  <c:v>0.0006</c:v>
                </c:pt>
                <c:pt idx="132">
                  <c:v>0.000633</c:v>
                </c:pt>
                <c:pt idx="133">
                  <c:v>0.000968</c:v>
                </c:pt>
                <c:pt idx="134">
                  <c:v>0.007819</c:v>
                </c:pt>
                <c:pt idx="135">
                  <c:v>0.214002</c:v>
                </c:pt>
                <c:pt idx="136">
                  <c:v>1.204512</c:v>
                </c:pt>
                <c:pt idx="137">
                  <c:v>4.76319</c:v>
                </c:pt>
                <c:pt idx="138">
                  <c:v>4.968462</c:v>
                </c:pt>
                <c:pt idx="139">
                  <c:v>4.999259</c:v>
                </c:pt>
                <c:pt idx="140">
                  <c:v>5.00087</c:v>
                </c:pt>
                <c:pt idx="141">
                  <c:v>4.998784</c:v>
                </c:pt>
                <c:pt idx="142">
                  <c:v>4.999391</c:v>
                </c:pt>
                <c:pt idx="143">
                  <c:v>4.99999</c:v>
                </c:pt>
                <c:pt idx="144">
                  <c:v>4.99999</c:v>
                </c:pt>
                <c:pt idx="145">
                  <c:v>4.99999</c:v>
                </c:pt>
                <c:pt idx="146">
                  <c:v>4.99999</c:v>
                </c:pt>
                <c:pt idx="147">
                  <c:v>4.99999</c:v>
                </c:pt>
                <c:pt idx="148">
                  <c:v>4.99999</c:v>
                </c:pt>
                <c:pt idx="149">
                  <c:v>4.99999</c:v>
                </c:pt>
                <c:pt idx="150">
                  <c:v>4.99999</c:v>
                </c:pt>
                <c:pt idx="151">
                  <c:v>4.99999</c:v>
                </c:pt>
                <c:pt idx="152">
                  <c:v>4.99999</c:v>
                </c:pt>
                <c:pt idx="153">
                  <c:v>4.99999</c:v>
                </c:pt>
                <c:pt idx="154">
                  <c:v>4.99999</c:v>
                </c:pt>
                <c:pt idx="155">
                  <c:v>4.99999</c:v>
                </c:pt>
                <c:pt idx="156">
                  <c:v>4.99999</c:v>
                </c:pt>
                <c:pt idx="157">
                  <c:v>4.99999</c:v>
                </c:pt>
                <c:pt idx="158">
                  <c:v>4.99999</c:v>
                </c:pt>
                <c:pt idx="159">
                  <c:v>4.99999</c:v>
                </c:pt>
                <c:pt idx="160">
                  <c:v>4.99999</c:v>
                </c:pt>
                <c:pt idx="161">
                  <c:v>4.99999</c:v>
                </c:pt>
                <c:pt idx="162">
                  <c:v>4.99999</c:v>
                </c:pt>
                <c:pt idx="163">
                  <c:v>4.99999</c:v>
                </c:pt>
                <c:pt idx="164">
                  <c:v>4.99999</c:v>
                </c:pt>
                <c:pt idx="165">
                  <c:v>4.99999</c:v>
                </c:pt>
                <c:pt idx="166">
                  <c:v>4.99999</c:v>
                </c:pt>
                <c:pt idx="167">
                  <c:v>4.99999</c:v>
                </c:pt>
                <c:pt idx="168">
                  <c:v>4.99999</c:v>
                </c:pt>
                <c:pt idx="169">
                  <c:v>4.99999</c:v>
                </c:pt>
                <c:pt idx="170">
                  <c:v>4.99999</c:v>
                </c:pt>
                <c:pt idx="171">
                  <c:v>4.99999</c:v>
                </c:pt>
                <c:pt idx="172">
                  <c:v>4.99999</c:v>
                </c:pt>
                <c:pt idx="173">
                  <c:v>4.99999</c:v>
                </c:pt>
                <c:pt idx="174">
                  <c:v>4.99999</c:v>
                </c:pt>
                <c:pt idx="175">
                  <c:v>4.99999</c:v>
                </c:pt>
                <c:pt idx="176">
                  <c:v>4.99999</c:v>
                </c:pt>
                <c:pt idx="177">
                  <c:v>4.99999</c:v>
                </c:pt>
                <c:pt idx="178">
                  <c:v>4.99999</c:v>
                </c:pt>
                <c:pt idx="179">
                  <c:v>4.99999</c:v>
                </c:pt>
                <c:pt idx="180">
                  <c:v>4.99999</c:v>
                </c:pt>
                <c:pt idx="181">
                  <c:v>4.99999</c:v>
                </c:pt>
                <c:pt idx="182">
                  <c:v>4.99999</c:v>
                </c:pt>
                <c:pt idx="183">
                  <c:v>4.99999</c:v>
                </c:pt>
                <c:pt idx="184">
                  <c:v>4.99999</c:v>
                </c:pt>
                <c:pt idx="185">
                  <c:v>4.99999</c:v>
                </c:pt>
                <c:pt idx="186">
                  <c:v>4.99999</c:v>
                </c:pt>
                <c:pt idx="187">
                  <c:v>4.99999</c:v>
                </c:pt>
                <c:pt idx="188">
                  <c:v>4.99999</c:v>
                </c:pt>
                <c:pt idx="189">
                  <c:v>4.99999</c:v>
                </c:pt>
                <c:pt idx="190">
                  <c:v>4.99999</c:v>
                </c:pt>
                <c:pt idx="191">
                  <c:v>4.99999</c:v>
                </c:pt>
                <c:pt idx="192">
                  <c:v>4.99999</c:v>
                </c:pt>
                <c:pt idx="193">
                  <c:v>4.99999</c:v>
                </c:pt>
                <c:pt idx="194">
                  <c:v>4.99999</c:v>
                </c:pt>
                <c:pt idx="195">
                  <c:v>4.99999</c:v>
                </c:pt>
                <c:pt idx="196">
                  <c:v>4.99999</c:v>
                </c:pt>
                <c:pt idx="197">
                  <c:v>4.99999</c:v>
                </c:pt>
                <c:pt idx="198">
                  <c:v>4.99999</c:v>
                </c:pt>
                <c:pt idx="199">
                  <c:v>4.99999</c:v>
                </c:pt>
                <c:pt idx="200">
                  <c:v>4.99999</c:v>
                </c:pt>
                <c:pt idx="201">
                  <c:v>4.99999</c:v>
                </c:pt>
                <c:pt idx="202">
                  <c:v>4.99999</c:v>
                </c:pt>
                <c:pt idx="203">
                  <c:v>4.99999</c:v>
                </c:pt>
                <c:pt idx="204">
                  <c:v>4.99999</c:v>
                </c:pt>
                <c:pt idx="205">
                  <c:v>4.99999</c:v>
                </c:pt>
                <c:pt idx="206">
                  <c:v>4.99999</c:v>
                </c:pt>
                <c:pt idx="207">
                  <c:v>4.99999</c:v>
                </c:pt>
                <c:pt idx="208">
                  <c:v>4.99999</c:v>
                </c:pt>
                <c:pt idx="209">
                  <c:v>4.99999</c:v>
                </c:pt>
                <c:pt idx="210">
                  <c:v>4.99999</c:v>
                </c:pt>
                <c:pt idx="211">
                  <c:v>4.99999</c:v>
                </c:pt>
                <c:pt idx="212">
                  <c:v>4.99999</c:v>
                </c:pt>
                <c:pt idx="213">
                  <c:v>4.99999</c:v>
                </c:pt>
                <c:pt idx="214">
                  <c:v>4.99999</c:v>
                </c:pt>
                <c:pt idx="215">
                  <c:v>4.99999</c:v>
                </c:pt>
                <c:pt idx="216">
                  <c:v>4.99999</c:v>
                </c:pt>
                <c:pt idx="217">
                  <c:v>4.99999</c:v>
                </c:pt>
                <c:pt idx="218">
                  <c:v>4.99999</c:v>
                </c:pt>
                <c:pt idx="219">
                  <c:v>4.99999</c:v>
                </c:pt>
                <c:pt idx="220">
                  <c:v>4.99999</c:v>
                </c:pt>
                <c:pt idx="221">
                  <c:v>4.99999</c:v>
                </c:pt>
                <c:pt idx="222">
                  <c:v>4.99999</c:v>
                </c:pt>
                <c:pt idx="223">
                  <c:v>4.99999</c:v>
                </c:pt>
                <c:pt idx="224">
                  <c:v>4.99999</c:v>
                </c:pt>
                <c:pt idx="225">
                  <c:v>4.99999</c:v>
                </c:pt>
                <c:pt idx="226">
                  <c:v>4.99999</c:v>
                </c:pt>
                <c:pt idx="227">
                  <c:v>4.99999</c:v>
                </c:pt>
                <c:pt idx="228">
                  <c:v>4.99999</c:v>
                </c:pt>
                <c:pt idx="229">
                  <c:v>4.99999</c:v>
                </c:pt>
                <c:pt idx="230">
                  <c:v>4.99999</c:v>
                </c:pt>
                <c:pt idx="231">
                  <c:v>4.99999</c:v>
                </c:pt>
                <c:pt idx="232">
                  <c:v>4.99999</c:v>
                </c:pt>
                <c:pt idx="233">
                  <c:v>4.99999</c:v>
                </c:pt>
                <c:pt idx="234">
                  <c:v>4.99999</c:v>
                </c:pt>
                <c:pt idx="235">
                  <c:v>4.99999</c:v>
                </c:pt>
                <c:pt idx="236">
                  <c:v>4.99999</c:v>
                </c:pt>
                <c:pt idx="237">
                  <c:v>4.99999</c:v>
                </c:pt>
                <c:pt idx="238">
                  <c:v>4.99999</c:v>
                </c:pt>
                <c:pt idx="239">
                  <c:v>4.99999</c:v>
                </c:pt>
                <c:pt idx="240">
                  <c:v>4.99999</c:v>
                </c:pt>
                <c:pt idx="241">
                  <c:v>4.99999</c:v>
                </c:pt>
                <c:pt idx="242">
                  <c:v>4.99999</c:v>
                </c:pt>
                <c:pt idx="243">
                  <c:v>4.99999</c:v>
                </c:pt>
                <c:pt idx="244">
                  <c:v>4.99999</c:v>
                </c:pt>
                <c:pt idx="245">
                  <c:v>4.99999</c:v>
                </c:pt>
                <c:pt idx="246">
                  <c:v>4.99999</c:v>
                </c:pt>
                <c:pt idx="247">
                  <c:v>4.99999</c:v>
                </c:pt>
                <c:pt idx="248">
                  <c:v>4.99999</c:v>
                </c:pt>
                <c:pt idx="249">
                  <c:v>4.99999</c:v>
                </c:pt>
              </c:numCache>
            </c:numRef>
          </c:yVal>
        </c:ser>
        <c:ser>
          <c:idx val="1"/>
          <c:order val="1"/>
          <c:tx>
            <c:v>Lead B COM</c:v>
          </c:tx>
          <c:spPr>
            <a:ln xmlns:a="http://schemas.openxmlformats.org/drawingml/2006/main" w="19050">
              <a:solidFill>
                <a:srgbClr val="D27937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Data'!$C$2:$C$251</c:f>
              <c:numCache>
                <c:formatCode>General</c:formatCode>
                <c:ptCount val="250"/>
                <c:pt idx="0">
                  <c:v>0.90031</c:v>
                </c:pt>
                <c:pt idx="1">
                  <c:v>0.90231</c:v>
                </c:pt>
                <c:pt idx="2">
                  <c:v>0.90331</c:v>
                </c:pt>
                <c:pt idx="3">
                  <c:v>0.90531</c:v>
                </c:pt>
                <c:pt idx="4">
                  <c:v>0.90731</c:v>
                </c:pt>
                <c:pt idx="5">
                  <c:v>0.90831</c:v>
                </c:pt>
                <c:pt idx="6">
                  <c:v>0.91031</c:v>
                </c:pt>
                <c:pt idx="7">
                  <c:v>0.91131</c:v>
                </c:pt>
                <c:pt idx="8">
                  <c:v>0.91331</c:v>
                </c:pt>
                <c:pt idx="9">
                  <c:v>0.91531</c:v>
                </c:pt>
                <c:pt idx="10">
                  <c:v>0.91631</c:v>
                </c:pt>
                <c:pt idx="11">
                  <c:v>0.91831</c:v>
                </c:pt>
                <c:pt idx="12">
                  <c:v>0.92031</c:v>
                </c:pt>
                <c:pt idx="13">
                  <c:v>0.92131</c:v>
                </c:pt>
                <c:pt idx="14">
                  <c:v>0.92331</c:v>
                </c:pt>
                <c:pt idx="15">
                  <c:v>0.92431</c:v>
                </c:pt>
                <c:pt idx="16">
                  <c:v>0.92631</c:v>
                </c:pt>
                <c:pt idx="17">
                  <c:v>0.92831</c:v>
                </c:pt>
                <c:pt idx="18">
                  <c:v>0.92931</c:v>
                </c:pt>
                <c:pt idx="19">
                  <c:v>0.93131</c:v>
                </c:pt>
                <c:pt idx="20">
                  <c:v>0.93331</c:v>
                </c:pt>
                <c:pt idx="21">
                  <c:v>0.93431</c:v>
                </c:pt>
                <c:pt idx="22">
                  <c:v>0.93631</c:v>
                </c:pt>
                <c:pt idx="23">
                  <c:v>0.93731</c:v>
                </c:pt>
                <c:pt idx="24">
                  <c:v>0.93931</c:v>
                </c:pt>
                <c:pt idx="25">
                  <c:v>0.94131</c:v>
                </c:pt>
                <c:pt idx="26">
                  <c:v>0.94231</c:v>
                </c:pt>
                <c:pt idx="27">
                  <c:v>0.94431</c:v>
                </c:pt>
                <c:pt idx="28">
                  <c:v>0.94631</c:v>
                </c:pt>
                <c:pt idx="29">
                  <c:v>0.94731</c:v>
                </c:pt>
                <c:pt idx="30">
                  <c:v>0.94931</c:v>
                </c:pt>
                <c:pt idx="31">
                  <c:v>0.95031</c:v>
                </c:pt>
                <c:pt idx="32">
                  <c:v>0.95231</c:v>
                </c:pt>
                <c:pt idx="33">
                  <c:v>0.95431</c:v>
                </c:pt>
                <c:pt idx="34">
                  <c:v>0.95531</c:v>
                </c:pt>
                <c:pt idx="35">
                  <c:v>0.95731</c:v>
                </c:pt>
                <c:pt idx="36">
                  <c:v>0.95931</c:v>
                </c:pt>
                <c:pt idx="37">
                  <c:v>0.96031</c:v>
                </c:pt>
                <c:pt idx="38">
                  <c:v>0.96231</c:v>
                </c:pt>
                <c:pt idx="39">
                  <c:v>0.96331</c:v>
                </c:pt>
                <c:pt idx="40">
                  <c:v>0.96531</c:v>
                </c:pt>
                <c:pt idx="41">
                  <c:v>0.96731</c:v>
                </c:pt>
                <c:pt idx="42">
                  <c:v>0.96831</c:v>
                </c:pt>
                <c:pt idx="43">
                  <c:v>0.97031</c:v>
                </c:pt>
                <c:pt idx="44">
                  <c:v>0.97231</c:v>
                </c:pt>
                <c:pt idx="45">
                  <c:v>0.97331</c:v>
                </c:pt>
                <c:pt idx="46">
                  <c:v>0.97531</c:v>
                </c:pt>
                <c:pt idx="47">
                  <c:v>0.97631</c:v>
                </c:pt>
                <c:pt idx="48">
                  <c:v>0.97831</c:v>
                </c:pt>
                <c:pt idx="49">
                  <c:v>0.98031</c:v>
                </c:pt>
                <c:pt idx="50">
                  <c:v>0.98131</c:v>
                </c:pt>
                <c:pt idx="51">
                  <c:v>0.98331</c:v>
                </c:pt>
                <c:pt idx="52">
                  <c:v>0.98531</c:v>
                </c:pt>
                <c:pt idx="53">
                  <c:v>0.98631</c:v>
                </c:pt>
                <c:pt idx="54">
                  <c:v>0.98831</c:v>
                </c:pt>
                <c:pt idx="55">
                  <c:v>0.98931</c:v>
                </c:pt>
                <c:pt idx="56">
                  <c:v>0.99131</c:v>
                </c:pt>
                <c:pt idx="57">
                  <c:v>0.99331</c:v>
                </c:pt>
                <c:pt idx="58">
                  <c:v>0.99431</c:v>
                </c:pt>
                <c:pt idx="59">
                  <c:v>0.99631</c:v>
                </c:pt>
                <c:pt idx="60">
                  <c:v>0.99831</c:v>
                </c:pt>
                <c:pt idx="61">
                  <c:v>0.99931</c:v>
                </c:pt>
                <c:pt idx="62">
                  <c:v>1.0001</c:v>
                </c:pt>
                <c:pt idx="63">
                  <c:v>1.0003</c:v>
                </c:pt>
                <c:pt idx="64">
                  <c:v>1.0015</c:v>
                </c:pt>
                <c:pt idx="65">
                  <c:v>1.0035</c:v>
                </c:pt>
                <c:pt idx="66">
                  <c:v>1.0045</c:v>
                </c:pt>
                <c:pt idx="67">
                  <c:v>1.0065</c:v>
                </c:pt>
                <c:pt idx="68">
                  <c:v>1.0085</c:v>
                </c:pt>
                <c:pt idx="69">
                  <c:v>1.0095</c:v>
                </c:pt>
                <c:pt idx="70">
                  <c:v>1.0115</c:v>
                </c:pt>
                <c:pt idx="71">
                  <c:v>1.0125</c:v>
                </c:pt>
                <c:pt idx="72">
                  <c:v>1.0145</c:v>
                </c:pt>
                <c:pt idx="73">
                  <c:v>1.0165</c:v>
                </c:pt>
                <c:pt idx="74">
                  <c:v>1.0175</c:v>
                </c:pt>
                <c:pt idx="75">
                  <c:v>1.0195</c:v>
                </c:pt>
                <c:pt idx="76">
                  <c:v>1.0215</c:v>
                </c:pt>
                <c:pt idx="77">
                  <c:v>1.0225</c:v>
                </c:pt>
                <c:pt idx="78">
                  <c:v>1.0245</c:v>
                </c:pt>
                <c:pt idx="79">
                  <c:v>1.0255</c:v>
                </c:pt>
                <c:pt idx="80">
                  <c:v>1.0275</c:v>
                </c:pt>
                <c:pt idx="81">
                  <c:v>1.0295</c:v>
                </c:pt>
                <c:pt idx="82">
                  <c:v>1.0305</c:v>
                </c:pt>
                <c:pt idx="83">
                  <c:v>1.0325</c:v>
                </c:pt>
                <c:pt idx="84">
                  <c:v>1.0345</c:v>
                </c:pt>
                <c:pt idx="85">
                  <c:v>1.0355</c:v>
                </c:pt>
                <c:pt idx="86">
                  <c:v>1.0375</c:v>
                </c:pt>
                <c:pt idx="87">
                  <c:v>1.0395</c:v>
                </c:pt>
                <c:pt idx="88">
                  <c:v>1.0405</c:v>
                </c:pt>
                <c:pt idx="89">
                  <c:v>1.0425</c:v>
                </c:pt>
                <c:pt idx="90">
                  <c:v>1.0435</c:v>
                </c:pt>
                <c:pt idx="91">
                  <c:v>1.0455</c:v>
                </c:pt>
                <c:pt idx="92">
                  <c:v>1.0475</c:v>
                </c:pt>
                <c:pt idx="93">
                  <c:v>1.0485</c:v>
                </c:pt>
                <c:pt idx="94">
                  <c:v>1.0505</c:v>
                </c:pt>
                <c:pt idx="95">
                  <c:v>1.0525</c:v>
                </c:pt>
                <c:pt idx="96">
                  <c:v>1.0535</c:v>
                </c:pt>
                <c:pt idx="97">
                  <c:v>1.0555</c:v>
                </c:pt>
                <c:pt idx="98">
                  <c:v>1.0565</c:v>
                </c:pt>
                <c:pt idx="99">
                  <c:v>1.0585</c:v>
                </c:pt>
                <c:pt idx="100">
                  <c:v>1.0605</c:v>
                </c:pt>
                <c:pt idx="101">
                  <c:v>1.0615</c:v>
                </c:pt>
                <c:pt idx="102">
                  <c:v>1.0635</c:v>
                </c:pt>
                <c:pt idx="103">
                  <c:v>1.0655</c:v>
                </c:pt>
                <c:pt idx="104">
                  <c:v>1.0665</c:v>
                </c:pt>
                <c:pt idx="105">
                  <c:v>1.0685</c:v>
                </c:pt>
                <c:pt idx="106">
                  <c:v>1.0695</c:v>
                </c:pt>
                <c:pt idx="107">
                  <c:v>1.0715</c:v>
                </c:pt>
                <c:pt idx="108">
                  <c:v>1.0735</c:v>
                </c:pt>
                <c:pt idx="109">
                  <c:v>1.0745</c:v>
                </c:pt>
                <c:pt idx="110">
                  <c:v>1.0765</c:v>
                </c:pt>
                <c:pt idx="111">
                  <c:v>1.0785</c:v>
                </c:pt>
                <c:pt idx="112">
                  <c:v>1.0795</c:v>
                </c:pt>
                <c:pt idx="113">
                  <c:v>1.0815</c:v>
                </c:pt>
                <c:pt idx="114">
                  <c:v>1.0825</c:v>
                </c:pt>
                <c:pt idx="115">
                  <c:v>1.0845</c:v>
                </c:pt>
                <c:pt idx="116">
                  <c:v>1.0865</c:v>
                </c:pt>
                <c:pt idx="117">
                  <c:v>1.0875</c:v>
                </c:pt>
                <c:pt idx="118">
                  <c:v>1.0895</c:v>
                </c:pt>
                <c:pt idx="119">
                  <c:v>1.0915</c:v>
                </c:pt>
                <c:pt idx="120">
                  <c:v>1.0925</c:v>
                </c:pt>
                <c:pt idx="121">
                  <c:v>1.0945</c:v>
                </c:pt>
                <c:pt idx="122">
                  <c:v>1.0955</c:v>
                </c:pt>
                <c:pt idx="123">
                  <c:v>1.0975</c:v>
                </c:pt>
                <c:pt idx="124">
                  <c:v>1.0995</c:v>
                </c:pt>
                <c:pt idx="125">
                  <c:v>1.1005</c:v>
                </c:pt>
                <c:pt idx="126">
                  <c:v>1.1025</c:v>
                </c:pt>
                <c:pt idx="127">
                  <c:v>1.1045</c:v>
                </c:pt>
                <c:pt idx="128">
                  <c:v>1.1055</c:v>
                </c:pt>
                <c:pt idx="129">
                  <c:v>1.1075</c:v>
                </c:pt>
                <c:pt idx="130">
                  <c:v>1.1085</c:v>
                </c:pt>
                <c:pt idx="131">
                  <c:v>1.1105</c:v>
                </c:pt>
                <c:pt idx="132">
                  <c:v>1.1125</c:v>
                </c:pt>
                <c:pt idx="133">
                  <c:v>1.1135</c:v>
                </c:pt>
                <c:pt idx="134">
                  <c:v>1.1155</c:v>
                </c:pt>
                <c:pt idx="135">
                  <c:v>1.1175</c:v>
                </c:pt>
                <c:pt idx="136">
                  <c:v>1.1185</c:v>
                </c:pt>
                <c:pt idx="137">
                  <c:v>1.1205</c:v>
                </c:pt>
                <c:pt idx="138">
                  <c:v>1.1215</c:v>
                </c:pt>
                <c:pt idx="139">
                  <c:v>1.1235</c:v>
                </c:pt>
                <c:pt idx="140">
                  <c:v>1.1255</c:v>
                </c:pt>
                <c:pt idx="141">
                  <c:v>1.1265</c:v>
                </c:pt>
                <c:pt idx="142">
                  <c:v>1.1285</c:v>
                </c:pt>
                <c:pt idx="143">
                  <c:v>1.1305</c:v>
                </c:pt>
                <c:pt idx="144">
                  <c:v>1.1315</c:v>
                </c:pt>
                <c:pt idx="145">
                  <c:v>1.1335</c:v>
                </c:pt>
                <c:pt idx="146">
                  <c:v>1.1345</c:v>
                </c:pt>
                <c:pt idx="147">
                  <c:v>1.1365</c:v>
                </c:pt>
                <c:pt idx="148">
                  <c:v>1.1385</c:v>
                </c:pt>
                <c:pt idx="149">
                  <c:v>1.1395</c:v>
                </c:pt>
                <c:pt idx="150">
                  <c:v>1.1415</c:v>
                </c:pt>
                <c:pt idx="151">
                  <c:v>1.1435</c:v>
                </c:pt>
                <c:pt idx="152">
                  <c:v>1.1445</c:v>
                </c:pt>
                <c:pt idx="153">
                  <c:v>1.1465</c:v>
                </c:pt>
                <c:pt idx="154">
                  <c:v>1.1475</c:v>
                </c:pt>
                <c:pt idx="155">
                  <c:v>1.1495</c:v>
                </c:pt>
                <c:pt idx="156">
                  <c:v>1.1515</c:v>
                </c:pt>
                <c:pt idx="157">
                  <c:v>1.1525</c:v>
                </c:pt>
                <c:pt idx="158">
                  <c:v>1.1545</c:v>
                </c:pt>
                <c:pt idx="159">
                  <c:v>1.1565</c:v>
                </c:pt>
                <c:pt idx="160">
                  <c:v>1.1575</c:v>
                </c:pt>
                <c:pt idx="161">
                  <c:v>1.1595</c:v>
                </c:pt>
                <c:pt idx="162">
                  <c:v>1.1605</c:v>
                </c:pt>
                <c:pt idx="163">
                  <c:v>1.1625</c:v>
                </c:pt>
                <c:pt idx="164">
                  <c:v>1.1645</c:v>
                </c:pt>
                <c:pt idx="165">
                  <c:v>1.1655</c:v>
                </c:pt>
                <c:pt idx="166">
                  <c:v>1.1675</c:v>
                </c:pt>
                <c:pt idx="167">
                  <c:v>1.1695</c:v>
                </c:pt>
                <c:pt idx="168">
                  <c:v>1.1705</c:v>
                </c:pt>
                <c:pt idx="169">
                  <c:v>1.1725</c:v>
                </c:pt>
                <c:pt idx="170">
                  <c:v>1.1745</c:v>
                </c:pt>
                <c:pt idx="171">
                  <c:v>1.1755</c:v>
                </c:pt>
                <c:pt idx="172">
                  <c:v>1.1775</c:v>
                </c:pt>
                <c:pt idx="173">
                  <c:v>1.1785</c:v>
                </c:pt>
                <c:pt idx="174">
                  <c:v>1.1805</c:v>
                </c:pt>
                <c:pt idx="175">
                  <c:v>1.1825</c:v>
                </c:pt>
                <c:pt idx="176">
                  <c:v>1.1835</c:v>
                </c:pt>
                <c:pt idx="177">
                  <c:v>1.1855</c:v>
                </c:pt>
                <c:pt idx="178">
                  <c:v>1.1875</c:v>
                </c:pt>
                <c:pt idx="179">
                  <c:v>1.1885</c:v>
                </c:pt>
                <c:pt idx="180">
                  <c:v>1.1905</c:v>
                </c:pt>
                <c:pt idx="181">
                  <c:v>1.1915</c:v>
                </c:pt>
                <c:pt idx="182">
                  <c:v>1.1935</c:v>
                </c:pt>
                <c:pt idx="183">
                  <c:v>1.1955</c:v>
                </c:pt>
                <c:pt idx="184">
                  <c:v>1.1965</c:v>
                </c:pt>
                <c:pt idx="185">
                  <c:v>1.1985</c:v>
                </c:pt>
                <c:pt idx="186">
                  <c:v>1.2</c:v>
                </c:pt>
                <c:pt idx="187">
                  <c:v>1.2001</c:v>
                </c:pt>
                <c:pt idx="188">
                  <c:v>1.2007</c:v>
                </c:pt>
                <c:pt idx="189">
                  <c:v>1.2015</c:v>
                </c:pt>
                <c:pt idx="190">
                  <c:v>1.2035</c:v>
                </c:pt>
                <c:pt idx="191">
                  <c:v>1.2055</c:v>
                </c:pt>
                <c:pt idx="192">
                  <c:v>1.2065</c:v>
                </c:pt>
                <c:pt idx="193">
                  <c:v>1.2085</c:v>
                </c:pt>
                <c:pt idx="194">
                  <c:v>1.2105</c:v>
                </c:pt>
                <c:pt idx="195">
                  <c:v>1.2115</c:v>
                </c:pt>
                <c:pt idx="196">
                  <c:v>1.2135</c:v>
                </c:pt>
                <c:pt idx="197">
                  <c:v>1.2145</c:v>
                </c:pt>
                <c:pt idx="198">
                  <c:v>1.2165</c:v>
                </c:pt>
                <c:pt idx="199">
                  <c:v>1.2185</c:v>
                </c:pt>
                <c:pt idx="200">
                  <c:v>1.2195</c:v>
                </c:pt>
                <c:pt idx="201">
                  <c:v>1.2215</c:v>
                </c:pt>
                <c:pt idx="202">
                  <c:v>1.2235</c:v>
                </c:pt>
                <c:pt idx="203">
                  <c:v>1.2245</c:v>
                </c:pt>
                <c:pt idx="204">
                  <c:v>1.2265</c:v>
                </c:pt>
                <c:pt idx="205">
                  <c:v>1.2275</c:v>
                </c:pt>
                <c:pt idx="206">
                  <c:v>1.2295</c:v>
                </c:pt>
                <c:pt idx="207">
                  <c:v>1.2315</c:v>
                </c:pt>
                <c:pt idx="208">
                  <c:v>1.2325</c:v>
                </c:pt>
                <c:pt idx="209">
                  <c:v>1.2345</c:v>
                </c:pt>
                <c:pt idx="210">
                  <c:v>1.2365</c:v>
                </c:pt>
                <c:pt idx="211">
                  <c:v>1.2375</c:v>
                </c:pt>
                <c:pt idx="212">
                  <c:v>1.2395</c:v>
                </c:pt>
                <c:pt idx="213">
                  <c:v>1.2405</c:v>
                </c:pt>
                <c:pt idx="214">
                  <c:v>1.2425</c:v>
                </c:pt>
                <c:pt idx="215">
                  <c:v>1.2445</c:v>
                </c:pt>
                <c:pt idx="216">
                  <c:v>1.2455</c:v>
                </c:pt>
                <c:pt idx="217">
                  <c:v>1.2475</c:v>
                </c:pt>
                <c:pt idx="218">
                  <c:v>1.2495</c:v>
                </c:pt>
                <c:pt idx="219">
                  <c:v>1.2505</c:v>
                </c:pt>
                <c:pt idx="220">
                  <c:v>1.2525</c:v>
                </c:pt>
                <c:pt idx="221">
                  <c:v>1.2535</c:v>
                </c:pt>
                <c:pt idx="222">
                  <c:v>1.2555</c:v>
                </c:pt>
                <c:pt idx="223">
                  <c:v>1.2575</c:v>
                </c:pt>
                <c:pt idx="224">
                  <c:v>1.2585</c:v>
                </c:pt>
                <c:pt idx="225">
                  <c:v>1.2605</c:v>
                </c:pt>
                <c:pt idx="226">
                  <c:v>1.2625</c:v>
                </c:pt>
                <c:pt idx="227">
                  <c:v>1.2635</c:v>
                </c:pt>
                <c:pt idx="228">
                  <c:v>1.2655</c:v>
                </c:pt>
                <c:pt idx="229">
                  <c:v>1.2665</c:v>
                </c:pt>
                <c:pt idx="230">
                  <c:v>1.2685</c:v>
                </c:pt>
                <c:pt idx="231">
                  <c:v>1.2705</c:v>
                </c:pt>
                <c:pt idx="232">
                  <c:v>1.2715</c:v>
                </c:pt>
                <c:pt idx="233">
                  <c:v>1.2735</c:v>
                </c:pt>
                <c:pt idx="234">
                  <c:v>1.2755</c:v>
                </c:pt>
                <c:pt idx="235">
                  <c:v>1.2765</c:v>
                </c:pt>
                <c:pt idx="236">
                  <c:v>1.2785</c:v>
                </c:pt>
                <c:pt idx="237">
                  <c:v>1.2795</c:v>
                </c:pt>
                <c:pt idx="238">
                  <c:v>1.2815</c:v>
                </c:pt>
                <c:pt idx="239">
                  <c:v>1.2835</c:v>
                </c:pt>
                <c:pt idx="240">
                  <c:v>1.2845</c:v>
                </c:pt>
                <c:pt idx="241">
                  <c:v>1.2865</c:v>
                </c:pt>
                <c:pt idx="242">
                  <c:v>1.2885</c:v>
                </c:pt>
                <c:pt idx="243">
                  <c:v>1.2895</c:v>
                </c:pt>
                <c:pt idx="244">
                  <c:v>1.2915</c:v>
                </c:pt>
                <c:pt idx="245">
                  <c:v>1.2925</c:v>
                </c:pt>
                <c:pt idx="246">
                  <c:v>1.2945</c:v>
                </c:pt>
                <c:pt idx="247">
                  <c:v>1.2965</c:v>
                </c:pt>
                <c:pt idx="248">
                  <c:v>1.2975</c:v>
                </c:pt>
                <c:pt idx="249">
                  <c:v>1.2995</c:v>
                </c:pt>
              </c:numCache>
            </c:numRef>
          </c:xVal>
          <c:yVal>
            <c:numRef>
              <c:f>'Chart Data'!$D$2:$D$251</c:f>
              <c:numCache>
                <c:formatCode>0.##</c:formatCode>
                <c:ptCount val="250"/>
                <c:pt idx="0">
                  <c:v>1.999996</c:v>
                </c:pt>
                <c:pt idx="1">
                  <c:v>1.999996</c:v>
                </c:pt>
                <c:pt idx="2">
                  <c:v>1.999996</c:v>
                </c:pt>
                <c:pt idx="3">
                  <c:v>1.999996</c:v>
                </c:pt>
                <c:pt idx="4">
                  <c:v>1.999996</c:v>
                </c:pt>
                <c:pt idx="5">
                  <c:v>1.999996</c:v>
                </c:pt>
                <c:pt idx="6">
                  <c:v>1.999996</c:v>
                </c:pt>
                <c:pt idx="7">
                  <c:v>1.999996</c:v>
                </c:pt>
                <c:pt idx="8">
                  <c:v>1.999996</c:v>
                </c:pt>
                <c:pt idx="9">
                  <c:v>1.999996</c:v>
                </c:pt>
                <c:pt idx="10">
                  <c:v>1.999996</c:v>
                </c:pt>
                <c:pt idx="11">
                  <c:v>1.999996</c:v>
                </c:pt>
                <c:pt idx="12">
                  <c:v>1.999996</c:v>
                </c:pt>
                <c:pt idx="13">
                  <c:v>1.999996</c:v>
                </c:pt>
                <c:pt idx="14">
                  <c:v>1.999996</c:v>
                </c:pt>
                <c:pt idx="15">
                  <c:v>1.999996</c:v>
                </c:pt>
                <c:pt idx="16">
                  <c:v>1.999996</c:v>
                </c:pt>
                <c:pt idx="17">
                  <c:v>1.999996</c:v>
                </c:pt>
                <c:pt idx="18">
                  <c:v>1.999996</c:v>
                </c:pt>
                <c:pt idx="19">
                  <c:v>1.999996</c:v>
                </c:pt>
                <c:pt idx="20">
                  <c:v>1.999996</c:v>
                </c:pt>
                <c:pt idx="21">
                  <c:v>1.999996</c:v>
                </c:pt>
                <c:pt idx="22">
                  <c:v>1.999996</c:v>
                </c:pt>
                <c:pt idx="23">
                  <c:v>1.999996</c:v>
                </c:pt>
                <c:pt idx="24">
                  <c:v>1.999996</c:v>
                </c:pt>
                <c:pt idx="25">
                  <c:v>1.999996</c:v>
                </c:pt>
                <c:pt idx="26">
                  <c:v>1.999996</c:v>
                </c:pt>
                <c:pt idx="27">
                  <c:v>1.999996</c:v>
                </c:pt>
                <c:pt idx="28">
                  <c:v>1.999996</c:v>
                </c:pt>
                <c:pt idx="29">
                  <c:v>1.999996</c:v>
                </c:pt>
                <c:pt idx="30">
                  <c:v>1.999996</c:v>
                </c:pt>
                <c:pt idx="31">
                  <c:v>1.999996</c:v>
                </c:pt>
                <c:pt idx="32">
                  <c:v>1.999996</c:v>
                </c:pt>
                <c:pt idx="33">
                  <c:v>1.999996</c:v>
                </c:pt>
                <c:pt idx="34">
                  <c:v>1.999996</c:v>
                </c:pt>
                <c:pt idx="35">
                  <c:v>1.999996</c:v>
                </c:pt>
                <c:pt idx="36">
                  <c:v>1.999996</c:v>
                </c:pt>
                <c:pt idx="37">
                  <c:v>1.999996</c:v>
                </c:pt>
                <c:pt idx="38">
                  <c:v>1.999996</c:v>
                </c:pt>
                <c:pt idx="39">
                  <c:v>1.999996</c:v>
                </c:pt>
                <c:pt idx="40">
                  <c:v>1.999996</c:v>
                </c:pt>
                <c:pt idx="41">
                  <c:v>1.999996</c:v>
                </c:pt>
                <c:pt idx="42">
                  <c:v>1.999996</c:v>
                </c:pt>
                <c:pt idx="43">
                  <c:v>1.999996</c:v>
                </c:pt>
                <c:pt idx="44">
                  <c:v>1.999996</c:v>
                </c:pt>
                <c:pt idx="45">
                  <c:v>1.999996</c:v>
                </c:pt>
                <c:pt idx="46">
                  <c:v>1.999996</c:v>
                </c:pt>
                <c:pt idx="47">
                  <c:v>1.999996</c:v>
                </c:pt>
                <c:pt idx="48">
                  <c:v>1.999996</c:v>
                </c:pt>
                <c:pt idx="49">
                  <c:v>1.999996</c:v>
                </c:pt>
                <c:pt idx="50">
                  <c:v>1.999996</c:v>
                </c:pt>
                <c:pt idx="51">
                  <c:v>1.999996</c:v>
                </c:pt>
                <c:pt idx="52">
                  <c:v>1.999996</c:v>
                </c:pt>
                <c:pt idx="53">
                  <c:v>1.999996</c:v>
                </c:pt>
                <c:pt idx="54">
                  <c:v>1.999996</c:v>
                </c:pt>
                <c:pt idx="55">
                  <c:v>1.999996</c:v>
                </c:pt>
                <c:pt idx="56">
                  <c:v>1.999996</c:v>
                </c:pt>
                <c:pt idx="57">
                  <c:v>1.999996</c:v>
                </c:pt>
                <c:pt idx="58">
                  <c:v>1.999996</c:v>
                </c:pt>
                <c:pt idx="59">
                  <c:v>1.999996</c:v>
                </c:pt>
                <c:pt idx="60">
                  <c:v>1.999996</c:v>
                </c:pt>
                <c:pt idx="61">
                  <c:v>1.999996</c:v>
                </c:pt>
                <c:pt idx="62">
                  <c:v>1.999996</c:v>
                </c:pt>
                <c:pt idx="63">
                  <c:v>1.999996</c:v>
                </c:pt>
                <c:pt idx="64">
                  <c:v>1.999996</c:v>
                </c:pt>
                <c:pt idx="65">
                  <c:v>1.999996</c:v>
                </c:pt>
                <c:pt idx="66">
                  <c:v>1.999996</c:v>
                </c:pt>
                <c:pt idx="67">
                  <c:v>1.999996</c:v>
                </c:pt>
                <c:pt idx="68">
                  <c:v>1.999996</c:v>
                </c:pt>
                <c:pt idx="69">
                  <c:v>1.999996</c:v>
                </c:pt>
                <c:pt idx="70">
                  <c:v>1.999996</c:v>
                </c:pt>
                <c:pt idx="71">
                  <c:v>1.999996</c:v>
                </c:pt>
                <c:pt idx="72">
                  <c:v>1.999996</c:v>
                </c:pt>
                <c:pt idx="73">
                  <c:v>1.999996</c:v>
                </c:pt>
                <c:pt idx="74">
                  <c:v>1.999996</c:v>
                </c:pt>
                <c:pt idx="75">
                  <c:v>1.999996</c:v>
                </c:pt>
                <c:pt idx="76">
                  <c:v>1.999996</c:v>
                </c:pt>
                <c:pt idx="77">
                  <c:v>1.999996</c:v>
                </c:pt>
                <c:pt idx="78">
                  <c:v>1.999996</c:v>
                </c:pt>
                <c:pt idx="79">
                  <c:v>1.999996</c:v>
                </c:pt>
                <c:pt idx="80">
                  <c:v>1.999996</c:v>
                </c:pt>
                <c:pt idx="81">
                  <c:v>1.999996</c:v>
                </c:pt>
                <c:pt idx="82">
                  <c:v>1.999996</c:v>
                </c:pt>
                <c:pt idx="83">
                  <c:v>1.999996</c:v>
                </c:pt>
                <c:pt idx="84">
                  <c:v>1.999996</c:v>
                </c:pt>
                <c:pt idx="85">
                  <c:v>1.999996</c:v>
                </c:pt>
                <c:pt idx="86">
                  <c:v>1.999996</c:v>
                </c:pt>
                <c:pt idx="87">
                  <c:v>1.999996</c:v>
                </c:pt>
                <c:pt idx="88">
                  <c:v>1.999996</c:v>
                </c:pt>
                <c:pt idx="89">
                  <c:v>1.999996</c:v>
                </c:pt>
                <c:pt idx="90">
                  <c:v>1.999996</c:v>
                </c:pt>
                <c:pt idx="91">
                  <c:v>1.999996</c:v>
                </c:pt>
                <c:pt idx="92">
                  <c:v>1.999996</c:v>
                </c:pt>
                <c:pt idx="93">
                  <c:v>1.999996</c:v>
                </c:pt>
                <c:pt idx="94">
                  <c:v>1.999996</c:v>
                </c:pt>
                <c:pt idx="95">
                  <c:v>1.999996</c:v>
                </c:pt>
                <c:pt idx="96">
                  <c:v>1.999996</c:v>
                </c:pt>
                <c:pt idx="97">
                  <c:v>1.999996</c:v>
                </c:pt>
                <c:pt idx="98">
                  <c:v>1.999996</c:v>
                </c:pt>
                <c:pt idx="99">
                  <c:v>1.999996</c:v>
                </c:pt>
                <c:pt idx="100">
                  <c:v>1.999996</c:v>
                </c:pt>
                <c:pt idx="101">
                  <c:v>1.999996</c:v>
                </c:pt>
                <c:pt idx="102">
                  <c:v>1.999996</c:v>
                </c:pt>
                <c:pt idx="103">
                  <c:v>1.999996</c:v>
                </c:pt>
                <c:pt idx="104">
                  <c:v>1.999996</c:v>
                </c:pt>
                <c:pt idx="105">
                  <c:v>1.999996</c:v>
                </c:pt>
                <c:pt idx="106">
                  <c:v>1.999996</c:v>
                </c:pt>
                <c:pt idx="107">
                  <c:v>1.999996</c:v>
                </c:pt>
                <c:pt idx="108">
                  <c:v>1.999996</c:v>
                </c:pt>
                <c:pt idx="109">
                  <c:v>1.999993</c:v>
                </c:pt>
                <c:pt idx="110">
                  <c:v>1.999953</c:v>
                </c:pt>
                <c:pt idx="111">
                  <c:v>1.987387</c:v>
                </c:pt>
                <c:pt idx="112">
                  <c:v>1.905293</c:v>
                </c:pt>
                <c:pt idx="113">
                  <c:v>0.482078</c:v>
                </c:pt>
                <c:pt idx="114">
                  <c:v>0.085945</c:v>
                </c:pt>
                <c:pt idx="115">
                  <c:v>0.003487</c:v>
                </c:pt>
                <c:pt idx="116">
                  <c:v>0.000747</c:v>
                </c:pt>
                <c:pt idx="117">
                  <c:v>0.000613</c:v>
                </c:pt>
                <c:pt idx="118">
                  <c:v>0.0006</c:v>
                </c:pt>
                <c:pt idx="119">
                  <c:v>0.0006</c:v>
                </c:pt>
                <c:pt idx="120">
                  <c:v>0.0006</c:v>
                </c:pt>
                <c:pt idx="121">
                  <c:v>0.0006</c:v>
                </c:pt>
                <c:pt idx="122">
                  <c:v>0.0006</c:v>
                </c:pt>
                <c:pt idx="123">
                  <c:v>0.0006</c:v>
                </c:pt>
                <c:pt idx="124">
                  <c:v>0.0006</c:v>
                </c:pt>
                <c:pt idx="125">
                  <c:v>0.0006</c:v>
                </c:pt>
                <c:pt idx="126">
                  <c:v>0.0006</c:v>
                </c:pt>
                <c:pt idx="127">
                  <c:v>0.0006</c:v>
                </c:pt>
                <c:pt idx="128">
                  <c:v>0.0006</c:v>
                </c:pt>
                <c:pt idx="129">
                  <c:v>0.0006</c:v>
                </c:pt>
                <c:pt idx="130">
                  <c:v>0.0006</c:v>
                </c:pt>
                <c:pt idx="131">
                  <c:v>0.0006</c:v>
                </c:pt>
                <c:pt idx="132">
                  <c:v>0.000626</c:v>
                </c:pt>
                <c:pt idx="133">
                  <c:v>0.000895</c:v>
                </c:pt>
                <c:pt idx="134">
                  <c:v>0.006375</c:v>
                </c:pt>
                <c:pt idx="135">
                  <c:v>0.171317</c:v>
                </c:pt>
                <c:pt idx="136">
                  <c:v>0.963701</c:v>
                </c:pt>
                <c:pt idx="137">
                  <c:v>3.810558</c:v>
                </c:pt>
                <c:pt idx="138">
                  <c:v>3.97477</c:v>
                </c:pt>
                <c:pt idx="139">
                  <c:v>3.999407</c:v>
                </c:pt>
                <c:pt idx="140">
                  <c:v>4.000696</c:v>
                </c:pt>
                <c:pt idx="141">
                  <c:v>3.999027</c:v>
                </c:pt>
                <c:pt idx="142">
                  <c:v>3.999513</c:v>
                </c:pt>
                <c:pt idx="143">
                  <c:v>3.999992</c:v>
                </c:pt>
                <c:pt idx="144">
                  <c:v>3.999992</c:v>
                </c:pt>
                <c:pt idx="145">
                  <c:v>3.999992</c:v>
                </c:pt>
                <c:pt idx="146">
                  <c:v>3.999992</c:v>
                </c:pt>
                <c:pt idx="147">
                  <c:v>3.999992</c:v>
                </c:pt>
                <c:pt idx="148">
                  <c:v>3.999992</c:v>
                </c:pt>
                <c:pt idx="149">
                  <c:v>3.999992</c:v>
                </c:pt>
                <c:pt idx="150">
                  <c:v>3.999992</c:v>
                </c:pt>
                <c:pt idx="151">
                  <c:v>3.999992</c:v>
                </c:pt>
                <c:pt idx="152">
                  <c:v>3.999992</c:v>
                </c:pt>
                <c:pt idx="153">
                  <c:v>3.999992</c:v>
                </c:pt>
                <c:pt idx="154">
                  <c:v>3.999992</c:v>
                </c:pt>
                <c:pt idx="155">
                  <c:v>3.999992</c:v>
                </c:pt>
                <c:pt idx="156">
                  <c:v>3.999992</c:v>
                </c:pt>
                <c:pt idx="157">
                  <c:v>3.999992</c:v>
                </c:pt>
                <c:pt idx="158">
                  <c:v>3.999992</c:v>
                </c:pt>
                <c:pt idx="159">
                  <c:v>3.999992</c:v>
                </c:pt>
                <c:pt idx="160">
                  <c:v>3.999992</c:v>
                </c:pt>
                <c:pt idx="161">
                  <c:v>3.999992</c:v>
                </c:pt>
                <c:pt idx="162">
                  <c:v>3.999992</c:v>
                </c:pt>
                <c:pt idx="163">
                  <c:v>3.999992</c:v>
                </c:pt>
                <c:pt idx="164">
                  <c:v>3.999992</c:v>
                </c:pt>
                <c:pt idx="165">
                  <c:v>3.999992</c:v>
                </c:pt>
                <c:pt idx="166">
                  <c:v>3.999992</c:v>
                </c:pt>
                <c:pt idx="167">
                  <c:v>3.999992</c:v>
                </c:pt>
                <c:pt idx="168">
                  <c:v>3.999992</c:v>
                </c:pt>
                <c:pt idx="169">
                  <c:v>3.999992</c:v>
                </c:pt>
                <c:pt idx="170">
                  <c:v>3.999992</c:v>
                </c:pt>
                <c:pt idx="171">
                  <c:v>3.999992</c:v>
                </c:pt>
                <c:pt idx="172">
                  <c:v>3.999992</c:v>
                </c:pt>
                <c:pt idx="173">
                  <c:v>3.999992</c:v>
                </c:pt>
                <c:pt idx="174">
                  <c:v>3.999992</c:v>
                </c:pt>
                <c:pt idx="175">
                  <c:v>3.999992</c:v>
                </c:pt>
                <c:pt idx="176">
                  <c:v>3.999992</c:v>
                </c:pt>
                <c:pt idx="177">
                  <c:v>3.999992</c:v>
                </c:pt>
                <c:pt idx="178">
                  <c:v>3.999992</c:v>
                </c:pt>
                <c:pt idx="179">
                  <c:v>3.999992</c:v>
                </c:pt>
                <c:pt idx="180">
                  <c:v>3.999992</c:v>
                </c:pt>
                <c:pt idx="181">
                  <c:v>3.999992</c:v>
                </c:pt>
                <c:pt idx="182">
                  <c:v>3.999992</c:v>
                </c:pt>
                <c:pt idx="183">
                  <c:v>3.999992</c:v>
                </c:pt>
                <c:pt idx="184">
                  <c:v>3.999992</c:v>
                </c:pt>
                <c:pt idx="185">
                  <c:v>3.999992</c:v>
                </c:pt>
                <c:pt idx="186">
                  <c:v>3.999992</c:v>
                </c:pt>
                <c:pt idx="187">
                  <c:v>3.999992</c:v>
                </c:pt>
                <c:pt idx="188">
                  <c:v>3.999992</c:v>
                </c:pt>
                <c:pt idx="189">
                  <c:v>3.999992</c:v>
                </c:pt>
                <c:pt idx="190">
                  <c:v>3.999992</c:v>
                </c:pt>
                <c:pt idx="191">
                  <c:v>3.999992</c:v>
                </c:pt>
                <c:pt idx="192">
                  <c:v>3.999992</c:v>
                </c:pt>
                <c:pt idx="193">
                  <c:v>3.999992</c:v>
                </c:pt>
                <c:pt idx="194">
                  <c:v>3.999992</c:v>
                </c:pt>
                <c:pt idx="195">
                  <c:v>3.999992</c:v>
                </c:pt>
                <c:pt idx="196">
                  <c:v>3.999992</c:v>
                </c:pt>
                <c:pt idx="197">
                  <c:v>3.999992</c:v>
                </c:pt>
                <c:pt idx="198">
                  <c:v>3.999992</c:v>
                </c:pt>
                <c:pt idx="199">
                  <c:v>3.999992</c:v>
                </c:pt>
                <c:pt idx="200">
                  <c:v>3.999992</c:v>
                </c:pt>
                <c:pt idx="201">
                  <c:v>3.999992</c:v>
                </c:pt>
                <c:pt idx="202">
                  <c:v>3.999992</c:v>
                </c:pt>
                <c:pt idx="203">
                  <c:v>3.999992</c:v>
                </c:pt>
                <c:pt idx="204">
                  <c:v>3.999992</c:v>
                </c:pt>
                <c:pt idx="205">
                  <c:v>3.999992</c:v>
                </c:pt>
                <c:pt idx="206">
                  <c:v>3.999992</c:v>
                </c:pt>
                <c:pt idx="207">
                  <c:v>3.999992</c:v>
                </c:pt>
                <c:pt idx="208">
                  <c:v>3.999992</c:v>
                </c:pt>
                <c:pt idx="209">
                  <c:v>3.999992</c:v>
                </c:pt>
                <c:pt idx="210">
                  <c:v>3.999992</c:v>
                </c:pt>
                <c:pt idx="211">
                  <c:v>3.999992</c:v>
                </c:pt>
                <c:pt idx="212">
                  <c:v>3.999992</c:v>
                </c:pt>
                <c:pt idx="213">
                  <c:v>3.999992</c:v>
                </c:pt>
                <c:pt idx="214">
                  <c:v>3.999992</c:v>
                </c:pt>
                <c:pt idx="215">
                  <c:v>3.999992</c:v>
                </c:pt>
                <c:pt idx="216">
                  <c:v>3.999992</c:v>
                </c:pt>
                <c:pt idx="217">
                  <c:v>3.999992</c:v>
                </c:pt>
                <c:pt idx="218">
                  <c:v>3.999992</c:v>
                </c:pt>
                <c:pt idx="219">
                  <c:v>3.999992</c:v>
                </c:pt>
                <c:pt idx="220">
                  <c:v>3.999992</c:v>
                </c:pt>
                <c:pt idx="221">
                  <c:v>3.999992</c:v>
                </c:pt>
                <c:pt idx="222">
                  <c:v>3.999992</c:v>
                </c:pt>
                <c:pt idx="223">
                  <c:v>3.999992</c:v>
                </c:pt>
                <c:pt idx="224">
                  <c:v>3.999992</c:v>
                </c:pt>
                <c:pt idx="225">
                  <c:v>3.999992</c:v>
                </c:pt>
                <c:pt idx="226">
                  <c:v>3.999992</c:v>
                </c:pt>
                <c:pt idx="227">
                  <c:v>3.999992</c:v>
                </c:pt>
                <c:pt idx="228">
                  <c:v>3.999992</c:v>
                </c:pt>
                <c:pt idx="229">
                  <c:v>3.999992</c:v>
                </c:pt>
                <c:pt idx="230">
                  <c:v>3.999992</c:v>
                </c:pt>
                <c:pt idx="231">
                  <c:v>3.999992</c:v>
                </c:pt>
                <c:pt idx="232">
                  <c:v>3.999992</c:v>
                </c:pt>
                <c:pt idx="233">
                  <c:v>3.999992</c:v>
                </c:pt>
                <c:pt idx="234">
                  <c:v>3.999992</c:v>
                </c:pt>
                <c:pt idx="235">
                  <c:v>3.999992</c:v>
                </c:pt>
                <c:pt idx="236">
                  <c:v>3.999992</c:v>
                </c:pt>
                <c:pt idx="237">
                  <c:v>3.999992</c:v>
                </c:pt>
                <c:pt idx="238">
                  <c:v>3.999992</c:v>
                </c:pt>
                <c:pt idx="239">
                  <c:v>3.999992</c:v>
                </c:pt>
                <c:pt idx="240">
                  <c:v>3.999992</c:v>
                </c:pt>
                <c:pt idx="241">
                  <c:v>3.999992</c:v>
                </c:pt>
                <c:pt idx="242">
                  <c:v>3.999992</c:v>
                </c:pt>
                <c:pt idx="243">
                  <c:v>3.999992</c:v>
                </c:pt>
                <c:pt idx="244">
                  <c:v>3.999992</c:v>
                </c:pt>
                <c:pt idx="245">
                  <c:v>3.999992</c:v>
                </c:pt>
                <c:pt idx="246">
                  <c:v>3.999992</c:v>
                </c:pt>
                <c:pt idx="247">
                  <c:v>3.999992</c:v>
                </c:pt>
                <c:pt idx="248">
                  <c:v>3.999992</c:v>
                </c:pt>
                <c:pt idx="249">
                  <c:v>3.999992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6EB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Test level (V)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BA8B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B78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1.3"/>
          <c:min val="0.9"/>
        </c:scaling>
        <c:delete val="0"/>
        <c:axPos val="b"/>
        <c:majorGridlines>
          <c:spPr>
            <a:ln xmlns:a="http://schemas.openxmlformats.org/drawingml/2006/main" w="6668">
              <a:solidFill>
                <a:srgbClr val="E6EB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Time (ms)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9BA8B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B78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E6B78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A200E-EBC4-48F6-89F3-6189D2E8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A89A2-7972-4433-B160-535C8EF1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24000"/>
            <a:ext cx="952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Relay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AEAF7-0209-40BE-BA5D-16FB5C98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C8D6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C8D6E6"/>
                </a:solidFill>
                <a:latin typeface="Helvetica Neue"/>
                <a:ea typeface="Helvetica Neue"/>
                <a:cs typeface="Helvetica Neue"/>
              </a:rPr>
              <a:t>Proton precession magnetometer, ECE 455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FEC6F-CDFA-48D7-86B8-9EDC7525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93A8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93A8C1"/>
                </a:solidFill>
                <a:latin typeface="Helvetica Neue"/>
                <a:ea typeface="Helvetica Neue"/>
                <a:cs typeface="Helvetica Neue"/>
              </a:rPr>
              <a:t>Relay design research and LTspice contact-transfer simulations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C3EB4-51FA-4598-91B1-E6B96FEF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3A8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3A8C1"/>
                </a:solidFill>
                <a:latin typeface="Helvetica Neue"/>
                <a:ea typeface="Helvetica Neue"/>
                <a:cs typeface="Helvetica Neue"/>
              </a:rPr>
              <a:t>Fall 2026</a:t>
            </a:r>
          </a:p>
        </p:txBody>
      </p:sp>
    </p:spTree>
    <p:extLst>
      <p:ext uri="{BB962C8B-B14F-4D97-AF65-F5344CB8AC3E}">
        <p14:creationId xmlns:p14="http://schemas.microsoft.com/office/powerpoint/2010/main" val="10382082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C85192-F236-4492-B547-1597ED08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DPDT relay contact schematic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7EAD3-662B-47C1-9471-D3AAC870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E2C37E-6AC2-4B0C-9CA6-7635F437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9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97B"/>
                </a:solidFill>
                <a:latin typeface="Helvetica Neue"/>
                <a:ea typeface="Helvetica Neue"/>
                <a:cs typeface="Helvetica Neue"/>
              </a:rPr>
              <a:t>The two common contacts stay connected to the sensor coil. K1 selects polarization or receive on both leads.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83585-63F7-4BF2-A5CD-AA4ACA4C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192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F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8F91"/>
                </a:solidFill>
                <a:latin typeface="Helvetica Neue"/>
                <a:ea typeface="Helvetica Neue"/>
                <a:cs typeface="Helvetica Neue"/>
              </a:rPr>
              <a:t>POLARIZATION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AC7068-5F51-47C0-AF37-16C0E98F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38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F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8F91"/>
                </a:solidFill>
                <a:latin typeface="Helvetica Neue"/>
                <a:ea typeface="Helvetica Neue"/>
                <a:cs typeface="Helvetica Neue"/>
              </a:rPr>
              <a:t>RECEIVE INPUT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41BB61-1D0E-48F6-9893-E357169C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81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2A42"/>
                </a:solidFill>
                <a:latin typeface="Helvetica Neue"/>
                <a:ea typeface="Helvetica Neue"/>
                <a:cs typeface="Helvetica Neue"/>
              </a:rPr>
              <a:t>K1 · DPDT relay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89E894-6120-4738-926E-260C78FA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2766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8F91"/>
                </a:solidFill>
                <a:latin typeface="Helvetica Neue"/>
                <a:ea typeface="Helvetica Neue"/>
                <a:cs typeface="Helvetica Neue"/>
              </a:rPr>
              <a:t>SENSOR COIL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DA8B45-0A59-4B6A-80FD-FC274998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2885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2A42"/>
                </a:solidFill>
                <a:latin typeface="Helvetica Neue"/>
                <a:ea typeface="Helvetica Neue"/>
                <a:cs typeface="Helvetica Neue"/>
              </a:rPr>
              <a:t>POL_A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C9E58A-B2D5-43F3-A4E5-95CF7280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956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2A42"/>
                </a:solidFill>
                <a:latin typeface="Helvetica Neue"/>
                <a:ea typeface="Helvetica Neue"/>
                <a:cs typeface="Helvetica Neue"/>
              </a:rPr>
              <a:t>RX_A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703379-81C0-4DE2-A926-01060640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9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9697B"/>
                </a:solidFill>
                <a:latin typeface="Helvetica Neue"/>
                <a:ea typeface="Helvetica Neue"/>
                <a:cs typeface="Helvetica Neue"/>
              </a:rPr>
              <a:t>K1A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F182B6-54ED-4C11-8209-C2058819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95500" y="2371725"/>
            <a:ext cx="361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2A4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F9A32E-5126-4EB2-9B63-005F5BF9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95500" y="3038475"/>
            <a:ext cx="361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2A4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18E1B6-AE2D-4D53-84FE-B4E70898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33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42"/>
          </a:solidFill>
          <a:ln xmlns:a="http://schemas.openxmlformats.org/drawingml/2006/main" w="9525">
            <a:solidFill>
              <a:srgbClr val="172A4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3DACB6-3440-4789-9F44-0391517D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00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42"/>
          </a:solidFill>
          <a:ln xmlns:a="http://schemas.openxmlformats.org/drawingml/2006/main" w="9525">
            <a:solidFill>
              <a:srgbClr val="172A4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E30EB8-9958-48B1-8785-D70B3628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67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42"/>
          </a:solidFill>
          <a:ln xmlns:a="http://schemas.openxmlformats.org/drawingml/2006/main" w="9525">
            <a:solidFill>
              <a:srgbClr val="172A4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913036-E245-4B8B-93D7-808F16CC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762625" y="2705100"/>
            <a:ext cx="143827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2A4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6A588D-E74C-432A-B611-C221E001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62625" y="2371725"/>
            <a:ext cx="143827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9"/>
            </a:solidFill>
            <a:prstDash val="dash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ECFAF1-4275-4E8B-B499-AFCBF5EB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9000" y="2705100"/>
            <a:ext cx="1238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2A4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3D1EB1-6FFB-42DF-9D7B-E2BF278F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098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9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97B"/>
                </a:solidFill>
                <a:latin typeface="Helvetica Neue"/>
                <a:ea typeface="Helvetica Neue"/>
                <a:cs typeface="Helvetica Neue"/>
              </a:rPr>
              <a:t>COM1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28EBC2-710C-42E2-AA85-72FA865A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19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9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97B"/>
                </a:solidFill>
                <a:latin typeface="Helvetica Neue"/>
                <a:ea typeface="Helvetica Neue"/>
                <a:cs typeface="Helvetica Neue"/>
              </a:rPr>
              <a:t>COIL_A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19043B-F447-4FD3-8BC9-56BE31DE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2A42"/>
                </a:solidFill>
                <a:latin typeface="Helvetica Neue"/>
                <a:ea typeface="Helvetica Neue"/>
                <a:cs typeface="Helvetica Neue"/>
              </a:rPr>
              <a:t>POL_B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C49415-F1B2-4B7B-9E9C-1F4691EE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2A42"/>
                </a:solidFill>
                <a:latin typeface="Helvetica Neue"/>
                <a:ea typeface="Helvetica Neue"/>
                <a:cs typeface="Helvetica Neue"/>
              </a:rPr>
              <a:t>RX_B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92DC7C-D16C-42E3-91B6-219EA3D9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433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9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9697B"/>
                </a:solidFill>
                <a:latin typeface="Helvetica Neue"/>
                <a:ea typeface="Helvetica Neue"/>
                <a:cs typeface="Helvetica Neue"/>
              </a:rPr>
              <a:t>K1B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47F859-BDF3-4351-B2CF-716CB439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95500" y="3762375"/>
            <a:ext cx="361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2A4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CD01C4-1F4C-4020-B18F-7BBD03D4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95500" y="4429125"/>
            <a:ext cx="361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2A4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5D5596-36F9-4B57-8E3A-5BA9D4CD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24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42"/>
          </a:solidFill>
          <a:ln xmlns:a="http://schemas.openxmlformats.org/drawingml/2006/main" w="9525">
            <a:solidFill>
              <a:srgbClr val="172A42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D5A7AC-EFF1-453B-AAC9-C56BB183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91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42"/>
          </a:solidFill>
          <a:ln xmlns:a="http://schemas.openxmlformats.org/drawingml/2006/main" w="9525">
            <a:solidFill>
              <a:srgbClr val="172A42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2A9D1C-1790-4A27-B59E-C67F5E96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42"/>
          </a:solidFill>
          <a:ln xmlns:a="http://schemas.openxmlformats.org/drawingml/2006/main" w="9525">
            <a:solidFill>
              <a:srgbClr val="172A42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E94507-87E7-437D-97A1-0368677F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762625" y="4095750"/>
            <a:ext cx="143827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2A4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BF09B7-6371-4831-8B86-19737993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62625" y="3762375"/>
            <a:ext cx="143827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9"/>
            </a:solidFill>
            <a:prstDash val="dash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1E9ED8-1607-429B-B113-074A58E3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9000" y="4095750"/>
            <a:ext cx="1238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2A4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1E5159-6116-49DD-9B6B-B723144E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004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9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97B"/>
                </a:solidFill>
                <a:latin typeface="Helvetica Neue"/>
                <a:ea typeface="Helvetica Neue"/>
                <a:cs typeface="Helvetica Neue"/>
              </a:rPr>
              <a:t>COM2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309060-CC2E-41E7-8721-702F9B42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10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9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9697B"/>
                </a:solidFill>
                <a:latin typeface="Helvetica Neue"/>
                <a:ea typeface="Helvetica Neue"/>
                <a:cs typeface="Helvetica Neue"/>
              </a:rPr>
              <a:t>COIL_B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F60A52-3341-4478-BDDA-04F39381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77250" y="2705100"/>
            <a:ext cx="953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2A4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6CABC0-411F-4462-AD5D-7F480BD3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477250" y="3667125"/>
            <a:ext cx="953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2A4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238288-7EF6-4890-9172-C1BC90A1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77250" y="3143250"/>
            <a:ext cx="952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2A4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19B183-9AE3-40D4-BC31-9849E194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77250" y="3667125"/>
            <a:ext cx="952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2A4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3AB386-570B-47A4-93D2-C24F46B8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3143250"/>
            <a:ext cx="266700" cy="1143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F91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3FB9AE0-149C-4FAF-913A-C3B0B009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3257550"/>
            <a:ext cx="266700" cy="1143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F91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5E4602-9A97-423E-A807-DE870C33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3371850"/>
            <a:ext cx="266700" cy="1143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F91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EE7E95E-4EA4-48A6-B872-6277A180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3486150"/>
            <a:ext cx="266700" cy="1143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F91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8EC45C7-77AC-47E6-9710-0E60A0B1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3600450"/>
            <a:ext cx="266700" cy="1143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F91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922A05D-145B-49D8-A1C0-BF89C819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0" y="4438650"/>
            <a:ext cx="953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9697B"/>
            </a:solidFill>
            <a:prstDash val="dash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1C6474E-153D-458E-87EC-E8BE3FDB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953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2A42"/>
                </a:solidFill>
                <a:latin typeface="Helvetica Neue"/>
                <a:ea typeface="Helvetica Neue"/>
                <a:cs typeface="Helvetica Neue"/>
              </a:rPr>
              <a:t>K1 coil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6C0C503-BCF3-4053-9C7C-51F6672E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95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F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8F91"/>
                </a:solidFill>
                <a:latin typeface="Helvetica Neue"/>
                <a:ea typeface="Helvetica Neue"/>
                <a:cs typeface="Helvetica Neue"/>
              </a:rPr>
              <a:t>RELAY_EN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BDC952E-6914-4984-88BF-01C64350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2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9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97B"/>
                </a:solidFill>
                <a:latin typeface="Helvetica Neue"/>
                <a:ea typeface="Helvetica Neue"/>
                <a:cs typeface="Helvetica Neue"/>
              </a:rPr>
              <a:t>Released: COM–NC. Energized: COM–NO (dashed blade).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A20515E-F9B0-4B76-BCCF-AAADDFFB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721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69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97B"/>
                </a:solidFill>
                <a:latin typeface="Helvetica Neue"/>
                <a:ea typeface="Helvetica Neue"/>
                <a:cs typeface="Helvetica Neue"/>
              </a:rPr>
              <a:t>Coil-driver circuitry is outside this contact-only simulation.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125A1C8-52C7-4532-9B7A-036E548F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10668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8038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0D428F-7934-49B8-9906-42C448E7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Relay research informed the switching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D4B58-13BD-4721-AA91-E1D123C1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4DC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A1045-1A25-4D55-ACA8-6902E069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relay-ref-0-name">
            <a:extLst xmlns:a="http://schemas.openxmlformats.org/drawingml/2006/main">
              <a:ext uri="{FF2B5EF4-FFF2-40B4-BE49-F238E27FC236}">
                <a16:creationId xmlns:a16="http://schemas.microsoft.com/office/drawing/2014/main" id="{654EA5C3-3E9A-4231-B16A-A20B2092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68A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8A8A"/>
                </a:solidFill>
                <a:latin typeface="Helvetica Neue"/>
                <a:ea typeface="Helvetica Neue"/>
                <a:cs typeface="Helvetica Neue"/>
              </a:rPr>
              <a:t>PyPPM v1.3</a:t>
            </a:r>
          </a:p>
        </p:txBody>
      </p:sp>
      <p:sp>
        <p:nvSpPr>
          <p:cNvPr id="21" name="relay-ref-0-label">
            <a:extLst xmlns:a="http://schemas.openxmlformats.org/drawingml/2006/main">
              <a:ext uri="{FF2B5EF4-FFF2-40B4-BE49-F238E27FC236}">
                <a16:creationId xmlns:a16="http://schemas.microsoft.com/office/drawing/2014/main" id="{E15F5CFA-9F1B-4AA9-8728-50D59E04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E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B78"/>
                </a:solidFill>
                <a:latin typeface="Helvetica Neue"/>
                <a:ea typeface="Helvetica Neue"/>
                <a:cs typeface="Helvetica Neue"/>
              </a:rPr>
              <a:t>Relay schematic · Sheet 13</a:t>
            </a:r>
          </a:p>
        </p:txBody>
      </p:sp>
      <p:sp>
        <p:nvSpPr>
          <p:cNvPr id="22" name="relay-ref-0-desc">
            <a:extLst xmlns:a="http://schemas.openxmlformats.org/drawingml/2006/main">
              <a:ext uri="{FF2B5EF4-FFF2-40B4-BE49-F238E27FC236}">
                <a16:creationId xmlns:a16="http://schemas.microsoft.com/office/drawing/2014/main" id="{8A041D16-D7C3-41E8-A905-902A2819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8590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5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52B45"/>
                </a:solidFill>
                <a:latin typeface="Helvetica Neue"/>
                <a:ea typeface="Helvetica Neue"/>
                <a:cs typeface="Helvetica Neue"/>
              </a:rPr>
              <a:t>Reference for the two-pole relay arrangement between polarization and receive paths.</a:t>
            </a:r>
          </a:p>
        </p:txBody>
      </p:sp>
      <p:sp>
        <p:nvSpPr>
          <p:cNvPr id="23" name="relay-ref-rule-0">
            <a:extLst xmlns:a="http://schemas.openxmlformats.org/drawingml/2006/main">
              <a:ext uri="{FF2B5EF4-FFF2-40B4-BE49-F238E27FC236}">
                <a16:creationId xmlns:a16="http://schemas.microsoft.com/office/drawing/2014/main" id="{A62C39A2-487E-4B9C-9FD3-E17902C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4" name="relay-ref-1-name">
            <a:extLst xmlns:a="http://schemas.openxmlformats.org/drawingml/2006/main">
              <a:ext uri="{FF2B5EF4-FFF2-40B4-BE49-F238E27FC236}">
                <a16:creationId xmlns:a16="http://schemas.microsoft.com/office/drawing/2014/main" id="{98A6EE07-96DB-45C7-8DA9-34B4CAB1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D27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27937"/>
                </a:solidFill>
                <a:latin typeface="Helvetica Neue"/>
                <a:ea typeface="Helvetica Neue"/>
                <a:cs typeface="Helvetica Neue"/>
              </a:rPr>
              <a:t>Sri Lanka build · 2008</a:t>
            </a:r>
          </a:p>
        </p:txBody>
      </p:sp>
      <p:sp>
        <p:nvSpPr>
          <p:cNvPr id="25" name="relay-ref-1-label">
            <a:extLst xmlns:a="http://schemas.openxmlformats.org/drawingml/2006/main">
              <a:ext uri="{FF2B5EF4-FFF2-40B4-BE49-F238E27FC236}">
                <a16:creationId xmlns:a16="http://schemas.microsoft.com/office/drawing/2014/main" id="{F78266DF-4EC0-4C15-990C-CFE70680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22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E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B78"/>
                </a:solidFill>
                <a:latin typeface="Helvetica Neue"/>
                <a:ea typeface="Helvetica Neue"/>
                <a:cs typeface="Helvetica Neue"/>
              </a:rPr>
              <a:t>Construction of a Proton Magnetometer</a:t>
            </a:r>
          </a:p>
        </p:txBody>
      </p:sp>
      <p:sp>
        <p:nvSpPr>
          <p:cNvPr id="26" name="relay-ref-1-desc">
            <a:extLst xmlns:a="http://schemas.openxmlformats.org/drawingml/2006/main">
              <a:ext uri="{FF2B5EF4-FFF2-40B4-BE49-F238E27FC236}">
                <a16:creationId xmlns:a16="http://schemas.microsoft.com/office/drawing/2014/main" id="{CD03AE72-F7AE-4882-9F03-EE337EBD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2415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5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52B45"/>
                </a:solidFill>
                <a:latin typeface="Helvetica Neue"/>
                <a:ea typeface="Helvetica Neue"/>
                <a:cs typeface="Helvetica Neue"/>
              </a:rPr>
              <a:t>Reference for sequencing the coil between polarization and measurement.</a:t>
            </a:r>
          </a:p>
        </p:txBody>
      </p:sp>
      <p:sp>
        <p:nvSpPr>
          <p:cNvPr id="27" name="relay-ref-rule-1">
            <a:extLst xmlns:a="http://schemas.openxmlformats.org/drawingml/2006/main">
              <a:ext uri="{FF2B5EF4-FFF2-40B4-BE49-F238E27FC236}">
                <a16:creationId xmlns:a16="http://schemas.microsoft.com/office/drawing/2014/main" id="{7854B23E-3978-425D-8F1F-87AAD0C0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8" name="relay-ref-2-name">
            <a:extLst xmlns:a="http://schemas.openxmlformats.org/drawingml/2006/main">
              <a:ext uri="{FF2B5EF4-FFF2-40B4-BE49-F238E27FC236}">
                <a16:creationId xmlns:a16="http://schemas.microsoft.com/office/drawing/2014/main" id="{FA71E201-532C-45E1-9726-45879A50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68A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8A8A"/>
                </a:solidFill>
                <a:latin typeface="Helvetica Neue"/>
                <a:ea typeface="Helvetica Neue"/>
                <a:cs typeface="Helvetica Neue"/>
              </a:rPr>
              <a:t>JPM-4 · 2021</a:t>
            </a:r>
          </a:p>
        </p:txBody>
      </p:sp>
      <p:sp>
        <p:nvSpPr>
          <p:cNvPr id="29" name="relay-ref-2-label">
            <a:extLst xmlns:a="http://schemas.openxmlformats.org/drawingml/2006/main">
              <a:ext uri="{FF2B5EF4-FFF2-40B4-BE49-F238E27FC236}">
                <a16:creationId xmlns:a16="http://schemas.microsoft.com/office/drawing/2014/main" id="{E1D56645-61D9-4990-BD7D-A02BB96A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59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E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B78"/>
                </a:solidFill>
                <a:latin typeface="Helvetica Neue"/>
                <a:ea typeface="Helvetica Neue"/>
                <a:cs typeface="Helvetica Neue"/>
              </a:rPr>
              <a:t>Relay-controlled measurement cycle</a:t>
            </a:r>
          </a:p>
        </p:txBody>
      </p:sp>
      <p:sp>
        <p:nvSpPr>
          <p:cNvPr id="30" name="relay-ref-2-desc">
            <a:extLst xmlns:a="http://schemas.openxmlformats.org/drawingml/2006/main">
              <a:ext uri="{FF2B5EF4-FFF2-40B4-BE49-F238E27FC236}">
                <a16:creationId xmlns:a16="http://schemas.microsoft.com/office/drawing/2014/main" id="{15E7EE4B-7013-49CB-945B-E660F794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6240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5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52B45"/>
                </a:solidFill>
                <a:latin typeface="Helvetica Neue"/>
                <a:ea typeface="Helvetica Neue"/>
                <a:cs typeface="Helvetica Neue"/>
              </a:rPr>
              <a:t>Reference for switching from polarization to receive and coordinating the measurement cycle.</a:t>
            </a:r>
          </a:p>
        </p:txBody>
      </p:sp>
      <p:sp>
        <p:nvSpPr>
          <p:cNvPr id="31" name="relay-source-summary">
            <a:extLst xmlns:a="http://schemas.openxmlformats.org/drawingml/2006/main">
              <a:ext uri="{FF2B5EF4-FFF2-40B4-BE49-F238E27FC236}">
                <a16:creationId xmlns:a16="http://schemas.microsoft.com/office/drawing/2014/main" id="{196A6DC3-E20D-42FC-8389-38B6178D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5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B45"/>
                </a:solidFill>
                <a:latin typeface="Helvetica Neue"/>
                <a:ea typeface="Helvetica Neue"/>
                <a:cs typeface="Helvetica Neue"/>
              </a:rPr>
              <a:t>These references ground the contact-routing concept. The LTspice contact model does not establish a selected relay’s mechanical timing or bounce.</a:t>
            </a:r>
          </a:p>
        </p:txBody>
      </p:sp>
    </p:spTree>
    <p:extLst>
      <p:ext uri="{BB962C8B-B14F-4D97-AF65-F5344CB8AC3E}">
        <p14:creationId xmlns:p14="http://schemas.microsoft.com/office/powerpoint/2010/main" val="6685871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A70D3A-5D88-49E4-BF9B-784D7494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LTspice relay contact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F286A-4A2F-4B4A-9D8E-DA4B08BA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4DC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5C380-9200-4ABD-A119-9EF97457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model-intro">
            <a:extLst xmlns:a="http://schemas.openxmlformats.org/drawingml/2006/main">
              <a:ext uri="{FF2B5EF4-FFF2-40B4-BE49-F238E27FC236}">
                <a16:creationId xmlns:a16="http://schemas.microsoft.com/office/drawing/2014/main" id="{DC91A19E-FE87-4685-B9B3-D47FEE28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5255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E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B78"/>
                </a:solidFill>
                <a:latin typeface="Helvetica Neue"/>
                <a:ea typeface="Helvetica Neue"/>
                <a:cs typeface="Helvetica Neue"/>
              </a:rPr>
              <a:t>Four voltage-controlled switches represent the two NO and two NC contacts. A single command moves both poles.</a:t>
            </a:r>
          </a:p>
        </p:txBody>
      </p:sp>
      <p:sp>
        <p:nvSpPr>
          <p:cNvPr id="21" name="energize-head">
            <a:extLst xmlns:a="http://schemas.openxmlformats.org/drawingml/2006/main">
              <a:ext uri="{FF2B5EF4-FFF2-40B4-BE49-F238E27FC236}">
                <a16:creationId xmlns:a16="http://schemas.microsoft.com/office/drawing/2014/main" id="{851390E6-9C65-4A02-AE1C-1B259DC0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68A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8A8A"/>
                </a:solidFill>
                <a:latin typeface="Helvetica Neue"/>
                <a:ea typeface="Helvetica Neue"/>
                <a:cs typeface="Helvetica Neue"/>
              </a:rPr>
              <a:t>Energizing</a:t>
            </a:r>
          </a:p>
        </p:txBody>
      </p:sp>
      <p:sp>
        <p:nvSpPr>
          <p:cNvPr id="22" name="energize-copy">
            <a:extLst xmlns:a="http://schemas.openxmlformats.org/drawingml/2006/main">
              <a:ext uri="{FF2B5EF4-FFF2-40B4-BE49-F238E27FC236}">
                <a16:creationId xmlns:a16="http://schemas.microsoft.com/office/drawing/2014/main" id="{6095E6A5-9146-4AAD-BBCE-FAB79827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4762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5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2B45"/>
                </a:solidFill>
                <a:latin typeface="Helvetica Neue"/>
                <a:ea typeface="Helvetica Neue"/>
                <a:cs typeface="Helvetica Neue"/>
              </a:rPr>
              <a:t>As RELAY_EN rises, the NC path opens at 2.2 V. The NO path closes at 3.2 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 b="0">
                <a:solidFill>
                  <a:srgbClr val="15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2B45"/>
                </a:solidFill>
                <a:latin typeface="Helvetica Neue"/>
                <a:ea typeface="Helvetica Neue"/>
                <a:cs typeface="Helvetica Neue"/>
              </a:rPr>
              <a:t>Modeled all-open interval: 2.2–3.2 V.</a:t>
            </a:r>
          </a:p>
        </p:txBody>
      </p:sp>
      <p:sp>
        <p:nvSpPr>
          <p:cNvPr id="23" name="release-head">
            <a:extLst xmlns:a="http://schemas.openxmlformats.org/drawingml/2006/main">
              <a:ext uri="{FF2B5EF4-FFF2-40B4-BE49-F238E27FC236}">
                <a16:creationId xmlns:a16="http://schemas.microsoft.com/office/drawing/2014/main" id="{472A1A03-9919-4409-9F91-40E15D3C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D27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D27937"/>
                </a:solidFill>
                <a:latin typeface="Helvetica Neue"/>
                <a:ea typeface="Helvetica Neue"/>
                <a:cs typeface="Helvetica Neue"/>
              </a:rPr>
              <a:t>Releasing</a:t>
            </a:r>
          </a:p>
        </p:txBody>
      </p:sp>
      <p:sp>
        <p:nvSpPr>
          <p:cNvPr id="24" name="release-copy">
            <a:extLst xmlns:a="http://schemas.openxmlformats.org/drawingml/2006/main">
              <a:ext uri="{FF2B5EF4-FFF2-40B4-BE49-F238E27FC236}">
                <a16:creationId xmlns:a16="http://schemas.microsoft.com/office/drawing/2014/main" id="{1D3EE089-5785-4097-82D9-B70C359F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62250"/>
            <a:ext cx="4762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5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2B45"/>
                </a:solidFill>
                <a:latin typeface="Helvetica Neue"/>
                <a:ea typeface="Helvetica Neue"/>
                <a:cs typeface="Helvetica Neue"/>
              </a:rPr>
              <a:t>As RELAY_EN falls, the NO path opens at 2.8 V. The NC path closes at 1.8 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 b="0">
                <a:solidFill>
                  <a:srgbClr val="15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2B45"/>
                </a:solidFill>
                <a:latin typeface="Helvetica Neue"/>
                <a:ea typeface="Helvetica Neue"/>
                <a:cs typeface="Helvetica Neue"/>
              </a:rPr>
              <a:t>Modeled all-open interval: 1.8–2.8 V.</a:t>
            </a:r>
          </a:p>
        </p:txBody>
      </p:sp>
      <p:sp>
        <p:nvSpPr>
          <p:cNvPr id="25" name="threshold-rule">
            <a:extLst xmlns:a="http://schemas.openxmlformats.org/drawingml/2006/main">
              <a:ext uri="{FF2B5EF4-FFF2-40B4-BE49-F238E27FC236}">
                <a16:creationId xmlns:a16="http://schemas.microsoft.com/office/drawing/2014/main" id="{4505C706-A245-4612-95FD-0D45FAA9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6" name="model-limit">
            <a:extLst xmlns:a="http://schemas.openxmlformats.org/drawingml/2006/main">
              <a:ext uri="{FF2B5EF4-FFF2-40B4-BE49-F238E27FC236}">
                <a16:creationId xmlns:a16="http://schemas.microsoft.com/office/drawing/2014/main" id="{742AEBAF-9EB4-465A-9AE5-BFB81CFD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5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B45"/>
                </a:solidFill>
                <a:latin typeface="Helvetica Neue"/>
                <a:ea typeface="Helvetica Neue"/>
                <a:cs typeface="Helvetica Neue"/>
              </a:rPr>
              <a:t>The simulation tests contact routing and break-before-make logic. It does not model the relay coil, driver MOSFET, mechanical delay, or contact bounce.</a:t>
            </a:r>
          </a:p>
        </p:txBody>
      </p:sp>
    </p:spTree>
    <p:extLst>
      <p:ext uri="{BB962C8B-B14F-4D97-AF65-F5344CB8AC3E}">
        <p14:creationId xmlns:p14="http://schemas.microsoft.com/office/powerpoint/2010/main" val="1072500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84B11-4E5D-47C8-B58A-E7ED714E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LTspice relay contact simulations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7FACA-57AD-4155-946F-D92C414D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4DC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878E1-41CD-42E2-A455-FEF28E68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2" name="relay-sim-subtitle">
            <a:extLst xmlns:a="http://schemas.openxmlformats.org/drawingml/2006/main">
              <a:ext uri="{FF2B5EF4-FFF2-40B4-BE49-F238E27FC236}">
                <a16:creationId xmlns:a16="http://schemas.microsoft.com/office/drawing/2014/main" id="{AB13262B-18EC-4CF2-8282-6AF4C7F1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E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B78"/>
                </a:solidFill>
                <a:latin typeface="Helvetica Neue"/>
                <a:ea typeface="Helvetica Neue"/>
                <a:cs typeface="Helvetica Neue"/>
              </a:rPr>
              <a:t>Relay-only 16 ms transient · ideal contact switches · test voltages distinguish the two paths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438150" y="1638300"/>
          <a:ext xmlns:a="http://schemas.openxmlformats.org/drawingml/2006/main" cx="35814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9b3a6f104c41ac"/>
          </a:graphicData>
        </a:graphic>
      </p:graphicFrame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4305300" y="1638300"/>
          <a:ext xmlns:a="http://schemas.openxmlformats.org/drawingml/2006/main" cx="35814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18f54fbbd1400d"/>
          </a:graphicData>
        </a:graphic>
      </p:graphicFrame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8172450" y="1638300"/>
          <a:ext xmlns:a="http://schemas.openxmlformats.org/drawingml/2006/main" cx="35814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851cf3c9e945b3"/>
          </a:graphicData>
        </a:graphic>
      </p:graphicFrame>
      <p:sp>
        <p:nvSpPr>
          <p:cNvPr id="16" name="command-caption">
            <a:extLst xmlns:a="http://schemas.openxmlformats.org/drawingml/2006/main">
              <a:ext uri="{FF2B5EF4-FFF2-40B4-BE49-F238E27FC236}">
                <a16:creationId xmlns:a16="http://schemas.microsoft.com/office/drawing/2014/main" id="{B2A62019-2F02-47C0-A509-DF64F9FE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149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5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52B45"/>
                </a:solidFill>
                <a:latin typeface="Helvetica Neue"/>
                <a:ea typeface="Helvetica Neue"/>
                <a:cs typeface="Helvetica Neue"/>
              </a:rPr>
              <a:t>The command rises from 0 to 5 V at 1.0–1.2 ms, stays high, then releases at 14.0–14.2 ms.</a:t>
            </a:r>
          </a:p>
        </p:txBody>
      </p:sp>
      <p:sp>
        <p:nvSpPr>
          <p:cNvPr id="17" name="routes-caption">
            <a:extLst xmlns:a="http://schemas.openxmlformats.org/drawingml/2006/main">
              <a:ext uri="{FF2B5EF4-FFF2-40B4-BE49-F238E27FC236}">
                <a16:creationId xmlns:a16="http://schemas.microsoft.com/office/drawing/2014/main" id="{94B02289-D4D3-4B6D-B69A-1C72BB99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149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5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52B45"/>
                </a:solidFill>
                <a:latin typeface="Helvetica Neue"/>
                <a:ea typeface="Helvetica Neue"/>
                <a:cs typeface="Helvetica Neue"/>
              </a:rPr>
              <a:t>Both common contacts change between separate receive-path and polarization-path test levels.</a:t>
            </a:r>
          </a:p>
        </p:txBody>
      </p:sp>
      <p:sp>
        <p:nvSpPr>
          <p:cNvPr id="18" name="deadband-caption">
            <a:extLst xmlns:a="http://schemas.openxmlformats.org/drawingml/2006/main">
              <a:ext uri="{FF2B5EF4-FFF2-40B4-BE49-F238E27FC236}">
                <a16:creationId xmlns:a16="http://schemas.microsoft.com/office/drawing/2014/main" id="{3E275D6C-9CC0-423A-8934-CB1F0EB0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149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5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52B45"/>
                </a:solidFill>
                <a:latin typeface="Helvetica Neue"/>
                <a:ea typeface="Helvetica Neue"/>
                <a:cs typeface="Helvetica Neue"/>
              </a:rPr>
              <a:t>The contact outputs briefly fall near 0 V while both modeled paths are open.</a:t>
            </a:r>
          </a:p>
        </p:txBody>
      </p:sp>
    </p:spTree>
    <p:extLst>
      <p:ext uri="{BB962C8B-B14F-4D97-AF65-F5344CB8AC3E}">
        <p14:creationId xmlns:p14="http://schemas.microsoft.com/office/powerpoint/2010/main" val="8316317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078561-5648-4C57-B01B-4AEE78FC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Feedback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67165-EEE3-4A32-962F-6D6A0C9A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4DC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1114D-B9AC-4710-97AC-548A4162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38916238c44f8">
            <a:extLst>
              <a:ext uri="{96DAC541-7B7A-43D3-8B79-37D633B846F1}">
                <asvg:svgBlip xmlns:asvg="http://schemas.microsoft.com/office/drawing/2016/SVG/main" r:embed="Rd425593040074a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67200" y="1619250"/>
            <a:ext cx="3657600" cy="3657600"/>
          </a:xfrm>
          <a:prstGeom xmlns:a="http://schemas.openxmlformats.org/drawingml/2006/main" prst="rect">
            <a:avLst/>
          </a:prstGeom>
        </p:spPr>
      </p:pic>
      <p:sp>
        <p:nvSpPr>
          <p:cNvPr id="15" name="feedback-prompt">
            <a:extLst xmlns:a="http://schemas.openxmlformats.org/drawingml/2006/main">
              <a:ext uri="{FF2B5EF4-FFF2-40B4-BE49-F238E27FC236}">
                <a16:creationId xmlns:a16="http://schemas.microsoft.com/office/drawing/2014/main" id="{003D1976-3DB3-4CC4-B0A9-E88E8AB2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483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5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2B45"/>
                </a:solidFill>
                <a:latin typeface="Helvetica Neue"/>
                <a:ea typeface="Helvetica Neue"/>
                <a:cs typeface="Helvetica Neue"/>
              </a:rPr>
              <a:t>Scan to share feedback</a:t>
            </a:r>
          </a:p>
        </p:txBody>
      </p:sp>
      <p:sp>
        <p:nvSpPr>
          <p:cNvPr id="16" name="feedback-url">
            <a:extLst xmlns:a="http://schemas.openxmlformats.org/drawingml/2006/main">
              <a:ext uri="{FF2B5EF4-FFF2-40B4-BE49-F238E27FC236}">
                <a16:creationId xmlns:a16="http://schemas.microsoft.com/office/drawing/2014/main" id="{28E8657E-D66C-454E-A36A-E6348F80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245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E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B78"/>
                </a:solidFill>
                <a:latin typeface="Helvetica Neue"/>
                <a:ea typeface="Helvetica Neue"/>
                <a:cs typeface="Helvetica Neue"/>
              </a:rPr>
              <a:t>docs.google.com/forms · Proton Magnetometer project</a:t>
            </a:r>
          </a:p>
        </p:txBody>
      </p:sp>
    </p:spTree>
    <p:extLst>
      <p:ext uri="{BB962C8B-B14F-4D97-AF65-F5344CB8AC3E}">
        <p14:creationId xmlns:p14="http://schemas.microsoft.com/office/powerpoint/2010/main" val="6142348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2026-09-30T18:37:38.6750000Z</dcterms:created>
  <dcterms:modified xsi:type="dcterms:W3CDTF">2026-09-30T18:37:38.6750000Z</dcterms:modified>
</coreProperties>
</file>